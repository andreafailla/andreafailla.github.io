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" name="Shape 16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olo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e e data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Autore e data</a:t>
            </a:r>
          </a:p>
        </p:txBody>
      </p:sp>
      <p:sp>
        <p:nvSpPr>
          <p:cNvPr id="12" name="Titolo presentazion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Titolo presentazione</a:t>
            </a:r>
          </a:p>
        </p:txBody>
      </p:sp>
      <p:sp>
        <p:nvSpPr>
          <p:cNvPr id="13" name="Corpo livello uno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rimo piano della parte superiore di una mongolfiera vista dall'alto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olo presentazion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Titolo presentazione</a:t>
            </a:r>
          </a:p>
        </p:txBody>
      </p:sp>
      <p:sp>
        <p:nvSpPr>
          <p:cNvPr id="23" name="Autore e data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Autore e data</a:t>
            </a:r>
          </a:p>
        </p:txBody>
      </p:sp>
      <p:sp>
        <p:nvSpPr>
          <p:cNvPr id="24" name="Corpo livello uno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rimo piano visto di una mongolfiera vista dal basso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tolo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Titolo</a:t>
            </a:r>
          </a:p>
        </p:txBody>
      </p:sp>
      <p:sp>
        <p:nvSpPr>
          <p:cNvPr id="34" name="Corpo livello uno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ero diapositiva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olo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43" name="Sottotitolo diapositiva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44" name="Corpo livello uno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rpo livello uno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punti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ottotitolo diapositiva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61" name="Corpo livello uno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Mongolfiere viste dal basso con un cielo azzurro sullo sfondo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itolo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6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zion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olo sezion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Titolo sezione</a:t>
            </a:r>
          </a:p>
        </p:txBody>
      </p:sp>
      <p:sp>
        <p:nvSpPr>
          <p:cNvPr id="72" name="Numero diapositiva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olo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80" name="Sottotitolo diapositiva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8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olo programma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Titolo programma</a:t>
            </a:r>
          </a:p>
        </p:txBody>
      </p:sp>
      <p:sp>
        <p:nvSpPr>
          <p:cNvPr id="89" name="Sottotitolo programma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Sottotitolo programma</a:t>
            </a:r>
          </a:p>
        </p:txBody>
      </p:sp>
      <p:sp>
        <p:nvSpPr>
          <p:cNvPr id="90" name="Corpo livello uno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Argomenti del programma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orpo livello uno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Dichiarazione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orpo livello uno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Dettagli informazione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Dettagli informazione</a:t>
            </a:r>
          </a:p>
        </p:txBody>
      </p:sp>
      <p:sp>
        <p:nvSpPr>
          <p:cNvPr id="108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zione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Attribuzione</a:t>
            </a:r>
          </a:p>
        </p:txBody>
      </p:sp>
      <p:sp>
        <p:nvSpPr>
          <p:cNvPr id="116" name="Corpo livello uno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“Citazione degna di nota”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Mongolfiere viste dal basso con un cielo azzurro sullo sfondo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Primo piano della parte superiore di una mongolfiera vista dall'alto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Mongolfiere viste dal basso con un cielo azzurro sullo sfondo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Mongolfiere viste dal basso con un cielo azzurro sullo sfondo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 Title &amp; Subtitle-InfoP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Inhaltsplatzhalter 4"/>
          <p:cNvSpPr txBox="1"/>
          <p:nvPr/>
        </p:nvSpPr>
        <p:spPr>
          <a:xfrm>
            <a:off x="15240000" y="12944659"/>
            <a:ext cx="8128000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2437671">
              <a:lnSpc>
                <a:spcPct val="90000"/>
              </a:lnSpc>
              <a:spcBef>
                <a:spcPts val="2600"/>
              </a:spcBef>
              <a:defRPr sz="2600">
                <a:solidFill>
                  <a:srgbClr val="BFBFBF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Copyright (C) SlideSalad.com All rights reserved.</a:t>
            </a:r>
          </a:p>
        </p:txBody>
      </p:sp>
      <p:sp>
        <p:nvSpPr>
          <p:cNvPr id="150" name="Inhaltsplatzhalter 4"/>
          <p:cNvSpPr txBox="1"/>
          <p:nvPr/>
        </p:nvSpPr>
        <p:spPr>
          <a:xfrm>
            <a:off x="1066799" y="12944659"/>
            <a:ext cx="8128001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l" defTabSz="2437671">
              <a:lnSpc>
                <a:spcPct val="90000"/>
              </a:lnSpc>
              <a:spcBef>
                <a:spcPts val="2600"/>
              </a:spcBef>
              <a:defRPr sz="2600">
                <a:solidFill>
                  <a:srgbClr val="BFBFBF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Free SlideSalad PowerPoint Template</a:t>
            </a:r>
          </a:p>
        </p:txBody>
      </p:sp>
      <p:sp>
        <p:nvSpPr>
          <p:cNvPr id="151" name="Straight Connector 16"/>
          <p:cNvSpPr/>
          <p:nvPr/>
        </p:nvSpPr>
        <p:spPr>
          <a:xfrm>
            <a:off x="-1" y="12486640"/>
            <a:ext cx="24384002" cy="1"/>
          </a:xfrm>
          <a:prstGeom prst="line">
            <a:avLst/>
          </a:prstGeom>
          <a:ln w="25400">
            <a:solidFill>
              <a:srgbClr val="D9D9D9"/>
            </a:solidFill>
            <a:prstDash val="dash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pic>
        <p:nvPicPr>
          <p:cNvPr id="152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69596" y="12869867"/>
            <a:ext cx="2844807" cy="495809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Numero diapositiva"/>
          <p:cNvSpPr txBox="1"/>
          <p:nvPr>
            <p:ph type="sldNum" sz="quarter" idx="2"/>
          </p:nvPr>
        </p:nvSpPr>
        <p:spPr>
          <a:xfrm>
            <a:off x="280067" y="12752765"/>
            <a:ext cx="595572" cy="612141"/>
          </a:xfrm>
          <a:prstGeom prst="rect">
            <a:avLst/>
          </a:prstGeom>
        </p:spPr>
        <p:txBody>
          <a:bodyPr lIns="121919" tIns="121919" rIns="121919" bIns="121919" anchor="ctr"/>
          <a:lstStyle>
            <a:lvl1pPr defTabSz="2751002">
              <a:defRPr sz="24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54" name="Corpo livello uno…"/>
          <p:cNvSpPr txBox="1"/>
          <p:nvPr>
            <p:ph type="body" sz="quarter" idx="1" hasCustomPrompt="1"/>
          </p:nvPr>
        </p:nvSpPr>
        <p:spPr>
          <a:xfrm>
            <a:off x="1034183" y="1948079"/>
            <a:ext cx="22315636" cy="46201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defTabSz="2438400">
              <a:lnSpc>
                <a:spcPct val="100000"/>
              </a:lnSpc>
              <a:spcBef>
                <a:spcPts val="600"/>
              </a:spcBef>
              <a:buSzTx/>
              <a:buNone/>
              <a:defRPr sz="26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indent="457189" defTabSz="2438400">
              <a:lnSpc>
                <a:spcPct val="100000"/>
              </a:lnSpc>
              <a:spcBef>
                <a:spcPts val="600"/>
              </a:spcBef>
              <a:buSzTx/>
              <a:buNone/>
              <a:defRPr sz="26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indent="914377" defTabSz="2438400">
              <a:lnSpc>
                <a:spcPct val="100000"/>
              </a:lnSpc>
              <a:spcBef>
                <a:spcPts val="600"/>
              </a:spcBef>
              <a:buSzTx/>
              <a:buNone/>
              <a:defRPr sz="26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indent="1371565" defTabSz="2438400">
              <a:lnSpc>
                <a:spcPct val="100000"/>
              </a:lnSpc>
              <a:spcBef>
                <a:spcPts val="600"/>
              </a:spcBef>
              <a:buSzTx/>
              <a:buNone/>
              <a:defRPr sz="26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indent="1828754" defTabSz="2438400">
              <a:lnSpc>
                <a:spcPct val="100000"/>
              </a:lnSpc>
              <a:spcBef>
                <a:spcPts val="600"/>
              </a:spcBef>
              <a:buSzTx/>
              <a:buNone/>
              <a:defRPr sz="26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defRPr>
            </a:lvl5pPr>
          </a:lstStyle>
          <a:p>
            <a:pPr/>
            <a:r>
              <a:t>CLICK TO EDITE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5" name="Titolo Testo"/>
          <p:cNvSpPr txBox="1"/>
          <p:nvPr>
            <p:ph type="title"/>
          </p:nvPr>
        </p:nvSpPr>
        <p:spPr>
          <a:xfrm>
            <a:off x="1034183" y="753629"/>
            <a:ext cx="22315636" cy="1091891"/>
          </a:xfrm>
          <a:prstGeom prst="rect">
            <a:avLst/>
          </a:prstGeom>
        </p:spPr>
        <p:txBody>
          <a:bodyPr lIns="0" tIns="0" rIns="0" bIns="0" anchor="ctr"/>
          <a:lstStyle>
            <a:lvl1pPr defTabSz="2438400">
              <a:lnSpc>
                <a:spcPct val="100000"/>
              </a:lnSpc>
              <a:defRPr b="0" spc="0" sz="6400">
                <a:solidFill>
                  <a:srgbClr val="5C5C5C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Titolo Testo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Titolo</a:t>
            </a:r>
          </a:p>
        </p:txBody>
      </p:sp>
      <p:sp>
        <p:nvSpPr>
          <p:cNvPr id="3" name="Corpo livello uno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tif"/><Relationship Id="rId5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.tif"/><Relationship Id="rId4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2.tif"/><Relationship Id="rId4" Type="http://schemas.openxmlformats.org/officeDocument/2006/relationships/image" Target="../media/image3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2CC6D2"/>
            </a:gs>
            <a:gs pos="100000">
              <a:srgbClr val="1F4C7C"/>
            </a:gs>
          </a:gsLst>
          <a:lin ang="18662108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Andrea Failla…"/>
          <p:cNvSpPr txBox="1"/>
          <p:nvPr>
            <p:ph type="body" idx="21"/>
          </p:nvPr>
        </p:nvSpPr>
        <p:spPr>
          <a:xfrm>
            <a:off x="1094259" y="10085088"/>
            <a:ext cx="13187458" cy="12565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693419">
              <a:defRPr sz="4619"/>
            </a:pPr>
            <a:r>
              <a:t>Andrea Failla</a:t>
            </a:r>
          </a:p>
          <a:p>
            <a:pPr defTabSz="693419">
              <a:defRPr b="0" sz="3024"/>
            </a:pPr>
            <a:r>
              <a:t>andrea.failla@phd.unipi.it</a:t>
            </a:r>
          </a:p>
        </p:txBody>
      </p:sp>
      <p:sp>
        <p:nvSpPr>
          <p:cNvPr id="165" name="Bluesky Social"/>
          <p:cNvSpPr txBox="1"/>
          <p:nvPr>
            <p:ph type="ctrTitle"/>
          </p:nvPr>
        </p:nvSpPr>
        <p:spPr>
          <a:xfrm>
            <a:off x="1010303" y="5479940"/>
            <a:ext cx="16991947" cy="2756120"/>
          </a:xfrm>
          <a:prstGeom prst="rect">
            <a:avLst/>
          </a:prstGeom>
          <a:effectLst>
            <a:outerShdw sx="100000" sy="100000" kx="0" ky="0" algn="b" rotWithShape="0" blurRad="342900" dist="635000" dir="5400000">
              <a:srgbClr val="000000">
                <a:alpha val="6376"/>
              </a:srgbClr>
            </a:outerShdw>
          </a:effectLst>
        </p:spPr>
        <p:txBody>
          <a:bodyPr/>
          <a:lstStyle/>
          <a:p>
            <a:pPr/>
            <a:r>
              <a:t>Bluesky Social</a:t>
            </a:r>
          </a:p>
        </p:txBody>
      </p:sp>
      <p:pic>
        <p:nvPicPr>
          <p:cNvPr id="166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alphaModFix amt="52120"/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idk.png" descr="idk.png"/>
          <p:cNvPicPr>
            <a:picLocks noChangeAspect="1"/>
          </p:cNvPicPr>
          <p:nvPr/>
        </p:nvPicPr>
        <p:blipFill>
          <a:blip r:embed="rId3">
            <a:alphaModFix amt="79505"/>
            <a:extLst/>
          </a:blip>
          <a:stretch>
            <a:fillRect/>
          </a:stretch>
        </p:blipFill>
        <p:spPr>
          <a:xfrm>
            <a:off x="14829587" y="4609266"/>
            <a:ext cx="6064358" cy="4548268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431800" dist="635000" dir="5400000">
              <a:srgbClr val="000000">
                <a:alpha val="5588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Oval 63"/>
          <p:cNvSpPr/>
          <p:nvPr/>
        </p:nvSpPr>
        <p:spPr>
          <a:xfrm>
            <a:off x="1388512" y="5945143"/>
            <a:ext cx="4808747" cy="4808746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45719" rIns="45719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1" name="In a nutshell…"/>
          <p:cNvSpPr txBox="1"/>
          <p:nvPr>
            <p:ph type="title"/>
          </p:nvPr>
        </p:nvSpPr>
        <p:spPr>
          <a:xfrm>
            <a:off x="1206500" y="952500"/>
            <a:ext cx="12180231" cy="2292609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5C5C5C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In a nutshell…</a:t>
            </a:r>
          </a:p>
        </p:txBody>
      </p:sp>
      <p:grpSp>
        <p:nvGrpSpPr>
          <p:cNvPr id="177" name="Raggruppa"/>
          <p:cNvGrpSpPr/>
          <p:nvPr/>
        </p:nvGrpSpPr>
        <p:grpSpPr>
          <a:xfrm>
            <a:off x="4605389" y="3827403"/>
            <a:ext cx="18832653" cy="4279015"/>
            <a:chOff x="70544" y="761777"/>
            <a:chExt cx="18832651" cy="4279013"/>
          </a:xfrm>
        </p:grpSpPr>
        <p:sp>
          <p:nvSpPr>
            <p:cNvPr id="172" name="Isosceles Triangle 31"/>
            <p:cNvSpPr/>
            <p:nvPr/>
          </p:nvSpPr>
          <p:spPr>
            <a:xfrm rot="14400000">
              <a:off x="1783245" y="494648"/>
              <a:ext cx="1824034" cy="5008419"/>
            </a:xfrm>
            <a:prstGeom prst="triangle">
              <a:avLst/>
            </a:prstGeom>
            <a:solidFill>
              <a:srgbClr val="E9E9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6262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175" name="Raggruppa"/>
            <p:cNvGrpSpPr/>
            <p:nvPr/>
          </p:nvGrpSpPr>
          <p:grpSpPr>
            <a:xfrm>
              <a:off x="3782468" y="761777"/>
              <a:ext cx="2040612" cy="2040612"/>
              <a:chOff x="0" y="0"/>
              <a:chExt cx="2040610" cy="2040610"/>
            </a:xfrm>
          </p:grpSpPr>
          <p:sp>
            <p:nvSpPr>
              <p:cNvPr id="173" name="Oval 32"/>
              <p:cNvSpPr/>
              <p:nvPr/>
            </p:nvSpPr>
            <p:spPr>
              <a:xfrm>
                <a:off x="0" y="0"/>
                <a:ext cx="2040611" cy="2040611"/>
              </a:xfrm>
              <a:prstGeom prst="ellipse">
                <a:avLst/>
              </a:prstGeom>
              <a:solidFill>
                <a:srgbClr val="4CC8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b="1" sz="1400">
                    <a:solidFill>
                      <a:srgbClr val="FFFFFF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pic>
            <p:nvPicPr>
              <p:cNvPr id="174" name="filmato-incollato.png" descr="filmato-incollato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419743" y="530899"/>
                <a:ext cx="1201125" cy="97881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176" name="Inhaltsplatzhalter 4"/>
            <p:cNvSpPr txBox="1"/>
            <p:nvPr/>
          </p:nvSpPr>
          <p:spPr>
            <a:xfrm>
              <a:off x="6195167" y="1088662"/>
              <a:ext cx="12708030" cy="1386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l" defTabSz="914400">
                <a:lnSpc>
                  <a:spcPct val="140000"/>
                </a:lnSpc>
                <a:spcBef>
                  <a:spcPts val="600"/>
                </a:spcBef>
                <a:defRPr b="1" sz="3600">
                  <a:solidFill>
                    <a:srgbClr val="4CC89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Twitter Clone</a:t>
              </a:r>
            </a:p>
            <a:p>
              <a:pPr algn="l" defTabSz="914400">
                <a:lnSpc>
                  <a:spcPct val="140000"/>
                </a:lnSpc>
                <a:spcBef>
                  <a:spcPts val="600"/>
                </a:spcBef>
                <a:defRPr sz="3600">
                  <a:solidFill>
                    <a:srgbClr val="5C5C5C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“Classical” microblogging service</a:t>
              </a:r>
            </a:p>
          </p:txBody>
        </p:sp>
      </p:grpSp>
      <p:grpSp>
        <p:nvGrpSpPr>
          <p:cNvPr id="183" name="Raggruppa"/>
          <p:cNvGrpSpPr/>
          <p:nvPr/>
        </p:nvGrpSpPr>
        <p:grpSpPr>
          <a:xfrm>
            <a:off x="6008037" y="7329210"/>
            <a:ext cx="17613255" cy="2040612"/>
            <a:chOff x="0" y="32802"/>
            <a:chExt cx="17613252" cy="2040610"/>
          </a:xfrm>
        </p:grpSpPr>
        <p:sp>
          <p:nvSpPr>
            <p:cNvPr id="178" name="Isosceles Triangle 38"/>
            <p:cNvSpPr/>
            <p:nvPr/>
          </p:nvSpPr>
          <p:spPr>
            <a:xfrm rot="16200000">
              <a:off x="887196" y="-746107"/>
              <a:ext cx="1824034" cy="3598426"/>
            </a:xfrm>
            <a:prstGeom prst="triangle">
              <a:avLst/>
            </a:prstGeom>
            <a:solidFill>
              <a:srgbClr val="E9E9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6262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181" name="Raggruppa"/>
            <p:cNvGrpSpPr/>
            <p:nvPr/>
          </p:nvGrpSpPr>
          <p:grpSpPr>
            <a:xfrm>
              <a:off x="2538585" y="32802"/>
              <a:ext cx="2040612" cy="2040612"/>
              <a:chOff x="0" y="0"/>
              <a:chExt cx="2040610" cy="2040610"/>
            </a:xfrm>
          </p:grpSpPr>
          <p:sp>
            <p:nvSpPr>
              <p:cNvPr id="179" name="Oval 39"/>
              <p:cNvSpPr/>
              <p:nvPr/>
            </p:nvSpPr>
            <p:spPr>
              <a:xfrm>
                <a:off x="0" y="0"/>
                <a:ext cx="2040611" cy="2040611"/>
              </a:xfrm>
              <a:prstGeom prst="ellipse">
                <a:avLst/>
              </a:prstGeom>
              <a:solidFill>
                <a:srgbClr val="FBB32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b="1" sz="1400">
                    <a:solidFill>
                      <a:srgbClr val="FFFFFF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pic>
            <p:nvPicPr>
              <p:cNvPr id="180" name="Immagine" descr="Immagine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279118" y="279118"/>
                <a:ext cx="1482375" cy="148237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182" name="Inhaltsplatzhalter 4"/>
            <p:cNvSpPr txBox="1"/>
            <p:nvPr/>
          </p:nvSpPr>
          <p:spPr>
            <a:xfrm>
              <a:off x="4905223" y="394606"/>
              <a:ext cx="12708030" cy="1386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l" defTabSz="914400">
                <a:lnSpc>
                  <a:spcPct val="140000"/>
                </a:lnSpc>
                <a:spcBef>
                  <a:spcPts val="600"/>
                </a:spcBef>
                <a:defRPr b="1" sz="3600">
                  <a:solidFill>
                    <a:srgbClr val="FBB321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Federated Architecture</a:t>
              </a:r>
            </a:p>
            <a:p>
              <a:pPr algn="l" defTabSz="914400">
                <a:lnSpc>
                  <a:spcPct val="140000"/>
                </a:lnSpc>
                <a:spcBef>
                  <a:spcPts val="600"/>
                </a:spcBef>
                <a:defRPr sz="3600">
                  <a:solidFill>
                    <a:srgbClr val="5C5C5C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Users can join one of thousands of servers to store their data</a:t>
              </a:r>
            </a:p>
          </p:txBody>
        </p:sp>
      </p:grpSp>
      <p:grpSp>
        <p:nvGrpSpPr>
          <p:cNvPr id="187" name="Raggruppa"/>
          <p:cNvGrpSpPr/>
          <p:nvPr/>
        </p:nvGrpSpPr>
        <p:grpSpPr>
          <a:xfrm>
            <a:off x="4605390" y="8646741"/>
            <a:ext cx="18832652" cy="4279015"/>
            <a:chOff x="70544" y="122187"/>
            <a:chExt cx="18832650" cy="4279013"/>
          </a:xfrm>
        </p:grpSpPr>
        <p:sp>
          <p:nvSpPr>
            <p:cNvPr id="184" name="Isosceles Triangle 59"/>
            <p:cNvSpPr/>
            <p:nvPr/>
          </p:nvSpPr>
          <p:spPr>
            <a:xfrm flipH="1" rot="18000000">
              <a:off x="1783245" y="-340089"/>
              <a:ext cx="1824034" cy="5008420"/>
            </a:xfrm>
            <a:prstGeom prst="triangle">
              <a:avLst/>
            </a:prstGeom>
            <a:solidFill>
              <a:srgbClr val="E9E9E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6262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" name="Raggruppa"/>
            <p:cNvSpPr/>
            <p:nvPr/>
          </p:nvSpPr>
          <p:spPr>
            <a:xfrm flipH="1">
              <a:off x="3782467" y="2360590"/>
              <a:ext cx="2040612" cy="2040611"/>
            </a:xfrm>
            <a:prstGeom prst="ellipse">
              <a:avLst/>
            </a:prstGeom>
            <a:solidFill>
              <a:srgbClr val="FA79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b="1" sz="14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" name="Inhaltsplatzhalter 4"/>
            <p:cNvSpPr txBox="1"/>
            <p:nvPr/>
          </p:nvSpPr>
          <p:spPr>
            <a:xfrm>
              <a:off x="6195166" y="2703186"/>
              <a:ext cx="12708030" cy="1386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l" defTabSz="914400">
                <a:lnSpc>
                  <a:spcPct val="140000"/>
                </a:lnSpc>
                <a:spcBef>
                  <a:spcPts val="600"/>
                </a:spcBef>
                <a:defRPr b="1" sz="3600">
                  <a:solidFill>
                    <a:srgbClr val="FA7902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Fully Open!</a:t>
              </a:r>
            </a:p>
            <a:p>
              <a:pPr algn="l" defTabSz="914400">
                <a:lnSpc>
                  <a:spcPct val="140000"/>
                </a:lnSpc>
                <a:spcBef>
                  <a:spcPts val="600"/>
                </a:spcBef>
                <a:defRPr sz="3600">
                  <a:solidFill>
                    <a:srgbClr val="5C5C5C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Everything is public: posts, metadata, profiles, blocked-lists</a:t>
              </a:r>
            </a:p>
          </p:txBody>
        </p:sp>
      </p:grpSp>
      <p:pic>
        <p:nvPicPr>
          <p:cNvPr id="188" name="sketch.png" descr="sketch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495182" y="7203211"/>
            <a:ext cx="2595407" cy="2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Libro"/>
          <p:cNvSpPr/>
          <p:nvPr/>
        </p:nvSpPr>
        <p:spPr>
          <a:xfrm>
            <a:off x="8636417" y="11460676"/>
            <a:ext cx="1386958" cy="11259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8703"/>
                </a:lnTo>
                <a:lnTo>
                  <a:pt x="0" y="17407"/>
                </a:lnTo>
                <a:cubicBezTo>
                  <a:pt x="7892" y="17407"/>
                  <a:pt x="10521" y="21600"/>
                  <a:pt x="10521" y="21600"/>
                </a:cubicBezTo>
                <a:lnTo>
                  <a:pt x="10521" y="13417"/>
                </a:lnTo>
                <a:lnTo>
                  <a:pt x="10521" y="5233"/>
                </a:lnTo>
                <a:cubicBezTo>
                  <a:pt x="10521" y="5233"/>
                  <a:pt x="7892" y="0"/>
                  <a:pt x="0" y="0"/>
                </a:cubicBezTo>
                <a:close/>
                <a:moveTo>
                  <a:pt x="21600" y="0"/>
                </a:moveTo>
                <a:cubicBezTo>
                  <a:pt x="13708" y="0"/>
                  <a:pt x="11079" y="5233"/>
                  <a:pt x="11079" y="5233"/>
                </a:cubicBezTo>
                <a:lnTo>
                  <a:pt x="11079" y="13417"/>
                </a:lnTo>
                <a:lnTo>
                  <a:pt x="11079" y="21600"/>
                </a:lnTo>
                <a:cubicBezTo>
                  <a:pt x="11079" y="21600"/>
                  <a:pt x="13708" y="17407"/>
                  <a:pt x="21600" y="17407"/>
                </a:cubicBezTo>
                <a:lnTo>
                  <a:pt x="21600" y="8703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7" grpId="3"/>
      <p:bldP build="whole" bldLvl="1" animBg="1" rev="0" advAuto="0" spid="183" grpId="2"/>
      <p:bldP build="whole" bldLvl="1" animBg="1" rev="0" advAuto="0" spid="17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WhatsApp Image 2024-04-08 at 10.16.26.jpeg" descr="WhatsApp Image 2024-04-08 at 10.16.26.jpeg"/>
          <p:cNvPicPr>
            <a:picLocks noChangeAspect="1"/>
          </p:cNvPicPr>
          <p:nvPr/>
        </p:nvPicPr>
        <p:blipFill>
          <a:blip r:embed="rId2">
            <a:extLst/>
          </a:blip>
          <a:srcRect l="0" t="5100" r="0" b="3264"/>
          <a:stretch>
            <a:fillRect/>
          </a:stretch>
        </p:blipFill>
        <p:spPr>
          <a:xfrm>
            <a:off x="1025313" y="-82947"/>
            <a:ext cx="6996925" cy="138818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WhatsApp Image 2024-04-08 at 10.16.25.jpeg" descr="WhatsApp Image 2024-04-08 at 10.16.25.jpeg"/>
          <p:cNvPicPr>
            <a:picLocks noChangeAspect="1"/>
          </p:cNvPicPr>
          <p:nvPr/>
        </p:nvPicPr>
        <p:blipFill>
          <a:blip r:embed="rId3">
            <a:extLst/>
          </a:blip>
          <a:srcRect l="0" t="5408" r="0" b="2782"/>
          <a:stretch>
            <a:fillRect/>
          </a:stretch>
        </p:blipFill>
        <p:spPr>
          <a:xfrm>
            <a:off x="16361779" y="0"/>
            <a:ext cx="6900366" cy="137161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WhatsApp Image 2024-04-08 at 10.16.15.jpeg" descr="WhatsApp Image 2024-04-08 at 10.16.15.jpeg"/>
          <p:cNvPicPr>
            <a:picLocks noChangeAspect="1"/>
          </p:cNvPicPr>
          <p:nvPr/>
        </p:nvPicPr>
        <p:blipFill>
          <a:blip r:embed="rId4">
            <a:extLst/>
          </a:blip>
          <a:srcRect l="0" t="5643" r="0" b="2438"/>
          <a:stretch>
            <a:fillRect/>
          </a:stretch>
        </p:blipFill>
        <p:spPr>
          <a:xfrm>
            <a:off x="8693546" y="-104180"/>
            <a:ext cx="6996863" cy="139244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3" grpId="2"/>
      <p:bldP build="whole" bldLvl="1" animBg="1" rev="0" advAuto="0" spid="192" grpId="3"/>
      <p:bldP build="whole" bldLvl="1" animBg="1" rev="0" advAuto="0" spid="19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Why Bluesky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5C5C5C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Why Bluesky?</a:t>
            </a:r>
          </a:p>
        </p:txBody>
      </p:sp>
      <p:pic>
        <p:nvPicPr>
          <p:cNvPr id="196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2" name="Raggruppa"/>
          <p:cNvGrpSpPr/>
          <p:nvPr/>
        </p:nvGrpSpPr>
        <p:grpSpPr>
          <a:xfrm>
            <a:off x="8698012" y="4525022"/>
            <a:ext cx="6987976" cy="6788706"/>
            <a:chOff x="0" y="0"/>
            <a:chExt cx="6987975" cy="6788704"/>
          </a:xfrm>
        </p:grpSpPr>
        <p:grpSp>
          <p:nvGrpSpPr>
            <p:cNvPr id="199" name="Group 60"/>
            <p:cNvGrpSpPr/>
            <p:nvPr/>
          </p:nvGrpSpPr>
          <p:grpSpPr>
            <a:xfrm>
              <a:off x="1464763" y="-1"/>
              <a:ext cx="4058452" cy="3873700"/>
              <a:chOff x="0" y="0"/>
              <a:chExt cx="4058450" cy="3873698"/>
            </a:xfrm>
          </p:grpSpPr>
          <p:sp>
            <p:nvSpPr>
              <p:cNvPr id="197" name="Rounded Rectangle 7"/>
              <p:cNvSpPr/>
              <p:nvPr/>
            </p:nvSpPr>
            <p:spPr>
              <a:xfrm>
                <a:off x="0" y="-1"/>
                <a:ext cx="4058451" cy="3459261"/>
              </a:xfrm>
              <a:prstGeom prst="roundRect">
                <a:avLst>
                  <a:gd name="adj" fmla="val 10163"/>
                </a:avLst>
              </a:prstGeom>
              <a:solidFill>
                <a:srgbClr val="0DAAE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0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98" name="Isosceles Triangle 63"/>
              <p:cNvSpPr/>
              <p:nvPr/>
            </p:nvSpPr>
            <p:spPr>
              <a:xfrm rot="10800000">
                <a:off x="1651493" y="3439089"/>
                <a:ext cx="755467" cy="434610"/>
              </a:xfrm>
              <a:prstGeom prst="triangle">
                <a:avLst/>
              </a:prstGeom>
              <a:solidFill>
                <a:srgbClr val="0DAAE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0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</p:grpSp>
        <p:sp>
          <p:nvSpPr>
            <p:cNvPr id="200" name="Inhaltsplatzhalter 4"/>
            <p:cNvSpPr txBox="1"/>
            <p:nvPr/>
          </p:nvSpPr>
          <p:spPr>
            <a:xfrm>
              <a:off x="0" y="4637324"/>
              <a:ext cx="6987976" cy="215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defTabSz="914400">
                <a:lnSpc>
                  <a:spcPct val="140000"/>
                </a:lnSpc>
                <a:spcBef>
                  <a:spcPts val="600"/>
                </a:spcBef>
                <a:defRPr b="1" sz="3600">
                  <a:solidFill>
                    <a:srgbClr val="2CC6D2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rPr>
                  <a:solidFill>
                    <a:srgbClr val="0DAAE9"/>
                  </a:solidFill>
                </a:rPr>
                <a:t>DOSNs’</a:t>
              </a:r>
              <a:endParaRPr>
                <a:solidFill>
                  <a:srgbClr val="0DAAE9"/>
                </a:solidFill>
              </a:endParaRPr>
            </a:p>
            <a:p>
              <a:pPr defTabSz="914400">
                <a:lnSpc>
                  <a:spcPct val="140000"/>
                </a:lnSpc>
                <a:spcBef>
                  <a:spcPts val="600"/>
                </a:spcBef>
                <a:defRPr b="1" sz="3600">
                  <a:solidFill>
                    <a:srgbClr val="2CC6D2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rPr>
                  <a:solidFill>
                    <a:srgbClr val="0DAAE9"/>
                  </a:solidFill>
                </a:rPr>
                <a:t>Structure and Dynamics</a:t>
              </a:r>
              <a:br/>
            </a:p>
          </p:txBody>
        </p:sp>
        <p:pic>
          <p:nvPicPr>
            <p:cNvPr id="201" name="Immagine" descr="Immagin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418298" y="601976"/>
              <a:ext cx="2151381" cy="2151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09" name="Raggruppa"/>
          <p:cNvGrpSpPr/>
          <p:nvPr/>
        </p:nvGrpSpPr>
        <p:grpSpPr>
          <a:xfrm>
            <a:off x="2647495" y="4522351"/>
            <a:ext cx="6987976" cy="6791377"/>
            <a:chOff x="0" y="0"/>
            <a:chExt cx="6987975" cy="6791376"/>
          </a:xfrm>
        </p:grpSpPr>
        <p:grpSp>
          <p:nvGrpSpPr>
            <p:cNvPr id="205" name="Group 53"/>
            <p:cNvGrpSpPr/>
            <p:nvPr/>
          </p:nvGrpSpPr>
          <p:grpSpPr>
            <a:xfrm>
              <a:off x="1519087" y="0"/>
              <a:ext cx="4061251" cy="3876371"/>
              <a:chOff x="0" y="0"/>
              <a:chExt cx="4061250" cy="3876370"/>
            </a:xfrm>
          </p:grpSpPr>
          <p:sp>
            <p:nvSpPr>
              <p:cNvPr id="203" name="Rounded Rectangle 7"/>
              <p:cNvSpPr/>
              <p:nvPr/>
            </p:nvSpPr>
            <p:spPr>
              <a:xfrm>
                <a:off x="0" y="-1"/>
                <a:ext cx="4061251" cy="3461647"/>
              </a:xfrm>
              <a:prstGeom prst="roundRect">
                <a:avLst>
                  <a:gd name="adj" fmla="val 10163"/>
                </a:avLst>
              </a:prstGeom>
              <a:solidFill>
                <a:srgbClr val="2CC6D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0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204" name="Isosceles Triangle 46"/>
              <p:cNvSpPr/>
              <p:nvPr/>
            </p:nvSpPr>
            <p:spPr>
              <a:xfrm rot="10800000">
                <a:off x="1652633" y="3441461"/>
                <a:ext cx="755988" cy="434910"/>
              </a:xfrm>
              <a:prstGeom prst="triangle">
                <a:avLst/>
              </a:prstGeom>
              <a:solidFill>
                <a:srgbClr val="2CC6D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10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</p:grpSp>
        <p:sp>
          <p:nvSpPr>
            <p:cNvPr id="206" name="Inhaltsplatzhalter 4"/>
            <p:cNvSpPr txBox="1"/>
            <p:nvPr/>
          </p:nvSpPr>
          <p:spPr>
            <a:xfrm>
              <a:off x="0" y="4639996"/>
              <a:ext cx="6987976" cy="215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defTabSz="914400">
                <a:lnSpc>
                  <a:spcPct val="140000"/>
                </a:lnSpc>
                <a:spcBef>
                  <a:spcPts val="600"/>
                </a:spcBef>
                <a:defRPr b="1" sz="3600">
                  <a:solidFill>
                    <a:srgbClr val="2CC6D2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APIcalypse </a:t>
              </a:r>
            </a:p>
            <a:p>
              <a:pPr defTabSz="914400">
                <a:lnSpc>
                  <a:spcPct val="140000"/>
                </a:lnSpc>
                <a:spcBef>
                  <a:spcPts val="600"/>
                </a:spcBef>
                <a:defRPr b="1" sz="3600">
                  <a:solidFill>
                    <a:srgbClr val="2CC6D2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&amp; Twitter Bias</a:t>
              </a:r>
              <a:br/>
            </a:p>
          </p:txBody>
        </p:sp>
        <p:sp>
          <p:nvSpPr>
            <p:cNvPr id="207" name="Monete"/>
            <p:cNvSpPr/>
            <p:nvPr/>
          </p:nvSpPr>
          <p:spPr>
            <a:xfrm>
              <a:off x="2052784" y="1026024"/>
              <a:ext cx="1304712" cy="1308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1" y="0"/>
                  </a:moveTo>
                  <a:cubicBezTo>
                    <a:pt x="7949" y="0"/>
                    <a:pt x="5266" y="392"/>
                    <a:pt x="3255" y="1111"/>
                  </a:cubicBezTo>
                  <a:cubicBezTo>
                    <a:pt x="1360" y="1787"/>
                    <a:pt x="273" y="2685"/>
                    <a:pt x="273" y="3572"/>
                  </a:cubicBezTo>
                  <a:cubicBezTo>
                    <a:pt x="273" y="4460"/>
                    <a:pt x="1360" y="5360"/>
                    <a:pt x="3255" y="6035"/>
                  </a:cubicBezTo>
                  <a:cubicBezTo>
                    <a:pt x="5266" y="6749"/>
                    <a:pt x="7949" y="7147"/>
                    <a:pt x="10801" y="7147"/>
                  </a:cubicBezTo>
                  <a:cubicBezTo>
                    <a:pt x="13652" y="7147"/>
                    <a:pt x="16334" y="6754"/>
                    <a:pt x="18345" y="6035"/>
                  </a:cubicBezTo>
                  <a:cubicBezTo>
                    <a:pt x="20240" y="5360"/>
                    <a:pt x="21327" y="4460"/>
                    <a:pt x="21327" y="3572"/>
                  </a:cubicBezTo>
                  <a:cubicBezTo>
                    <a:pt x="21327" y="2685"/>
                    <a:pt x="20240" y="1787"/>
                    <a:pt x="18345" y="1111"/>
                  </a:cubicBezTo>
                  <a:cubicBezTo>
                    <a:pt x="16334" y="398"/>
                    <a:pt x="13652" y="0"/>
                    <a:pt x="10801" y="0"/>
                  </a:cubicBezTo>
                  <a:close/>
                  <a:moveTo>
                    <a:pt x="12" y="4505"/>
                  </a:moveTo>
                  <a:lnTo>
                    <a:pt x="12" y="5914"/>
                  </a:lnTo>
                  <a:cubicBezTo>
                    <a:pt x="12" y="8033"/>
                    <a:pt x="4846" y="9754"/>
                    <a:pt x="10811" y="9754"/>
                  </a:cubicBezTo>
                  <a:cubicBezTo>
                    <a:pt x="16776" y="9754"/>
                    <a:pt x="21600" y="8039"/>
                    <a:pt x="21600" y="5914"/>
                  </a:cubicBezTo>
                  <a:lnTo>
                    <a:pt x="21600" y="4505"/>
                  </a:lnTo>
                  <a:cubicBezTo>
                    <a:pt x="21136" y="5284"/>
                    <a:pt x="20088" y="5991"/>
                    <a:pt x="18531" y="6541"/>
                  </a:cubicBezTo>
                  <a:cubicBezTo>
                    <a:pt x="16460" y="7276"/>
                    <a:pt x="13718" y="7679"/>
                    <a:pt x="10806" y="7679"/>
                  </a:cubicBezTo>
                  <a:cubicBezTo>
                    <a:pt x="7894" y="7679"/>
                    <a:pt x="5146" y="7276"/>
                    <a:pt x="3081" y="6541"/>
                  </a:cubicBezTo>
                  <a:cubicBezTo>
                    <a:pt x="1524" y="5985"/>
                    <a:pt x="476" y="5284"/>
                    <a:pt x="12" y="4505"/>
                  </a:cubicBezTo>
                  <a:close/>
                  <a:moveTo>
                    <a:pt x="0" y="7320"/>
                  </a:moveTo>
                  <a:lnTo>
                    <a:pt x="0" y="8284"/>
                  </a:lnTo>
                  <a:cubicBezTo>
                    <a:pt x="0" y="10402"/>
                    <a:pt x="4836" y="12123"/>
                    <a:pt x="10801" y="12123"/>
                  </a:cubicBezTo>
                  <a:cubicBezTo>
                    <a:pt x="16766" y="12123"/>
                    <a:pt x="21600" y="10408"/>
                    <a:pt x="21600" y="8284"/>
                  </a:cubicBezTo>
                  <a:lnTo>
                    <a:pt x="21600" y="7320"/>
                  </a:lnTo>
                  <a:cubicBezTo>
                    <a:pt x="21458" y="7495"/>
                    <a:pt x="21295" y="7664"/>
                    <a:pt x="21098" y="7827"/>
                  </a:cubicBezTo>
                  <a:cubicBezTo>
                    <a:pt x="20508" y="8329"/>
                    <a:pt x="19672" y="8769"/>
                    <a:pt x="18618" y="9145"/>
                  </a:cubicBezTo>
                  <a:cubicBezTo>
                    <a:pt x="16520" y="9891"/>
                    <a:pt x="13745" y="10299"/>
                    <a:pt x="10801" y="10299"/>
                  </a:cubicBezTo>
                  <a:cubicBezTo>
                    <a:pt x="7856" y="10299"/>
                    <a:pt x="5080" y="9891"/>
                    <a:pt x="2982" y="9145"/>
                  </a:cubicBezTo>
                  <a:cubicBezTo>
                    <a:pt x="1928" y="8769"/>
                    <a:pt x="1099" y="8329"/>
                    <a:pt x="504" y="7827"/>
                  </a:cubicBezTo>
                  <a:cubicBezTo>
                    <a:pt x="307" y="7664"/>
                    <a:pt x="142" y="7495"/>
                    <a:pt x="0" y="7320"/>
                  </a:cubicBezTo>
                  <a:close/>
                  <a:moveTo>
                    <a:pt x="0" y="9689"/>
                  </a:moveTo>
                  <a:lnTo>
                    <a:pt x="0" y="10653"/>
                  </a:lnTo>
                  <a:cubicBezTo>
                    <a:pt x="0" y="12771"/>
                    <a:pt x="4836" y="14492"/>
                    <a:pt x="10801" y="14492"/>
                  </a:cubicBezTo>
                  <a:cubicBezTo>
                    <a:pt x="16766" y="14492"/>
                    <a:pt x="21600" y="12777"/>
                    <a:pt x="21600" y="10653"/>
                  </a:cubicBezTo>
                  <a:lnTo>
                    <a:pt x="21600" y="9689"/>
                  </a:lnTo>
                  <a:cubicBezTo>
                    <a:pt x="21458" y="9864"/>
                    <a:pt x="21295" y="10033"/>
                    <a:pt x="21098" y="10197"/>
                  </a:cubicBezTo>
                  <a:cubicBezTo>
                    <a:pt x="20508" y="10698"/>
                    <a:pt x="19672" y="11138"/>
                    <a:pt x="18618" y="11514"/>
                  </a:cubicBezTo>
                  <a:cubicBezTo>
                    <a:pt x="16520" y="12260"/>
                    <a:pt x="13745" y="12668"/>
                    <a:pt x="10801" y="12668"/>
                  </a:cubicBezTo>
                  <a:cubicBezTo>
                    <a:pt x="7856" y="12668"/>
                    <a:pt x="5080" y="12260"/>
                    <a:pt x="2982" y="11514"/>
                  </a:cubicBezTo>
                  <a:cubicBezTo>
                    <a:pt x="1928" y="11138"/>
                    <a:pt x="1099" y="10698"/>
                    <a:pt x="504" y="10197"/>
                  </a:cubicBezTo>
                  <a:cubicBezTo>
                    <a:pt x="307" y="10033"/>
                    <a:pt x="142" y="9864"/>
                    <a:pt x="0" y="9689"/>
                  </a:cubicBezTo>
                  <a:close/>
                  <a:moveTo>
                    <a:pt x="0" y="12059"/>
                  </a:moveTo>
                  <a:lnTo>
                    <a:pt x="0" y="13022"/>
                  </a:lnTo>
                  <a:cubicBezTo>
                    <a:pt x="0" y="15141"/>
                    <a:pt x="4836" y="16862"/>
                    <a:pt x="10801" y="16862"/>
                  </a:cubicBezTo>
                  <a:cubicBezTo>
                    <a:pt x="16766" y="16862"/>
                    <a:pt x="21600" y="15146"/>
                    <a:pt x="21600" y="13022"/>
                  </a:cubicBezTo>
                  <a:lnTo>
                    <a:pt x="21600" y="12059"/>
                  </a:lnTo>
                  <a:cubicBezTo>
                    <a:pt x="21458" y="12233"/>
                    <a:pt x="21295" y="12402"/>
                    <a:pt x="21098" y="12566"/>
                  </a:cubicBezTo>
                  <a:cubicBezTo>
                    <a:pt x="20508" y="13067"/>
                    <a:pt x="19672" y="13507"/>
                    <a:pt x="18618" y="13883"/>
                  </a:cubicBezTo>
                  <a:cubicBezTo>
                    <a:pt x="16520" y="14629"/>
                    <a:pt x="13745" y="15037"/>
                    <a:pt x="10801" y="15037"/>
                  </a:cubicBezTo>
                  <a:cubicBezTo>
                    <a:pt x="7856" y="15037"/>
                    <a:pt x="5080" y="14629"/>
                    <a:pt x="2982" y="13883"/>
                  </a:cubicBezTo>
                  <a:cubicBezTo>
                    <a:pt x="1928" y="13507"/>
                    <a:pt x="1099" y="13067"/>
                    <a:pt x="504" y="12566"/>
                  </a:cubicBezTo>
                  <a:cubicBezTo>
                    <a:pt x="307" y="12402"/>
                    <a:pt x="142" y="12233"/>
                    <a:pt x="0" y="12059"/>
                  </a:cubicBezTo>
                  <a:close/>
                  <a:moveTo>
                    <a:pt x="0" y="14428"/>
                  </a:moveTo>
                  <a:lnTo>
                    <a:pt x="0" y="15391"/>
                  </a:lnTo>
                  <a:cubicBezTo>
                    <a:pt x="0" y="17510"/>
                    <a:pt x="4836" y="19231"/>
                    <a:pt x="10801" y="19231"/>
                  </a:cubicBezTo>
                  <a:cubicBezTo>
                    <a:pt x="16766" y="19231"/>
                    <a:pt x="21600" y="17515"/>
                    <a:pt x="21600" y="15391"/>
                  </a:cubicBezTo>
                  <a:lnTo>
                    <a:pt x="21600" y="14428"/>
                  </a:lnTo>
                  <a:cubicBezTo>
                    <a:pt x="21458" y="14602"/>
                    <a:pt x="21295" y="14772"/>
                    <a:pt x="21098" y="14935"/>
                  </a:cubicBezTo>
                  <a:cubicBezTo>
                    <a:pt x="20508" y="15436"/>
                    <a:pt x="19672" y="15877"/>
                    <a:pt x="18618" y="16252"/>
                  </a:cubicBezTo>
                  <a:cubicBezTo>
                    <a:pt x="16520" y="16998"/>
                    <a:pt x="13745" y="17406"/>
                    <a:pt x="10801" y="17406"/>
                  </a:cubicBezTo>
                  <a:cubicBezTo>
                    <a:pt x="7856" y="17406"/>
                    <a:pt x="5080" y="16998"/>
                    <a:pt x="2982" y="16252"/>
                  </a:cubicBezTo>
                  <a:cubicBezTo>
                    <a:pt x="1928" y="15877"/>
                    <a:pt x="1099" y="15436"/>
                    <a:pt x="504" y="14935"/>
                  </a:cubicBezTo>
                  <a:cubicBezTo>
                    <a:pt x="307" y="14772"/>
                    <a:pt x="142" y="14602"/>
                    <a:pt x="0" y="14428"/>
                  </a:cubicBezTo>
                  <a:close/>
                  <a:moveTo>
                    <a:pt x="0" y="16797"/>
                  </a:moveTo>
                  <a:lnTo>
                    <a:pt x="0" y="17760"/>
                  </a:lnTo>
                  <a:cubicBezTo>
                    <a:pt x="0" y="19879"/>
                    <a:pt x="4836" y="21600"/>
                    <a:pt x="10801" y="21600"/>
                  </a:cubicBezTo>
                  <a:cubicBezTo>
                    <a:pt x="16766" y="21600"/>
                    <a:pt x="21600" y="19879"/>
                    <a:pt x="21600" y="17760"/>
                  </a:cubicBezTo>
                  <a:lnTo>
                    <a:pt x="21600" y="16797"/>
                  </a:lnTo>
                  <a:cubicBezTo>
                    <a:pt x="21458" y="16971"/>
                    <a:pt x="21295" y="17141"/>
                    <a:pt x="21098" y="17304"/>
                  </a:cubicBezTo>
                  <a:cubicBezTo>
                    <a:pt x="20508" y="17805"/>
                    <a:pt x="19672" y="18246"/>
                    <a:pt x="18618" y="18622"/>
                  </a:cubicBezTo>
                  <a:cubicBezTo>
                    <a:pt x="16520" y="19368"/>
                    <a:pt x="13745" y="19775"/>
                    <a:pt x="10801" y="19775"/>
                  </a:cubicBezTo>
                  <a:cubicBezTo>
                    <a:pt x="7856" y="19775"/>
                    <a:pt x="5080" y="19368"/>
                    <a:pt x="2982" y="18622"/>
                  </a:cubicBezTo>
                  <a:cubicBezTo>
                    <a:pt x="1928" y="18246"/>
                    <a:pt x="1099" y="17805"/>
                    <a:pt x="504" y="17304"/>
                  </a:cubicBezTo>
                  <a:cubicBezTo>
                    <a:pt x="307" y="17141"/>
                    <a:pt x="142" y="16971"/>
                    <a:pt x="0" y="1679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pic>
          <p:nvPicPr>
            <p:cNvPr id="208" name="filmato-incollato.png" descr="filmato-incollato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665778" y="1098063"/>
              <a:ext cx="1429049" cy="11645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16" name="Raggruppa"/>
          <p:cNvGrpSpPr/>
          <p:nvPr/>
        </p:nvGrpSpPr>
        <p:grpSpPr>
          <a:xfrm>
            <a:off x="14748529" y="4525023"/>
            <a:ext cx="6987976" cy="4637326"/>
            <a:chOff x="0" y="0"/>
            <a:chExt cx="6987975" cy="4637325"/>
          </a:xfrm>
        </p:grpSpPr>
        <p:grpSp>
          <p:nvGrpSpPr>
            <p:cNvPr id="214" name="Raggruppa"/>
            <p:cNvGrpSpPr/>
            <p:nvPr/>
          </p:nvGrpSpPr>
          <p:grpSpPr>
            <a:xfrm>
              <a:off x="0" y="-1"/>
              <a:ext cx="6987976" cy="4637327"/>
              <a:chOff x="0" y="0"/>
              <a:chExt cx="6987975" cy="4637325"/>
            </a:xfrm>
          </p:grpSpPr>
          <p:grpSp>
            <p:nvGrpSpPr>
              <p:cNvPr id="212" name="Group 66"/>
              <p:cNvGrpSpPr/>
              <p:nvPr/>
            </p:nvGrpSpPr>
            <p:grpSpPr>
              <a:xfrm>
                <a:off x="1501402" y="-1"/>
                <a:ext cx="4058452" cy="3873700"/>
                <a:chOff x="0" y="0"/>
                <a:chExt cx="4058450" cy="3873698"/>
              </a:xfrm>
            </p:grpSpPr>
            <p:sp>
              <p:nvSpPr>
                <p:cNvPr id="210" name="Rounded Rectangle 7"/>
                <p:cNvSpPr/>
                <p:nvPr/>
              </p:nvSpPr>
              <p:spPr>
                <a:xfrm>
                  <a:off x="0" y="-1"/>
                  <a:ext cx="4058451" cy="3459261"/>
                </a:xfrm>
                <a:prstGeom prst="roundRect">
                  <a:avLst>
                    <a:gd name="adj" fmla="val 10163"/>
                  </a:avLst>
                </a:prstGeom>
                <a:solidFill>
                  <a:srgbClr val="4CC89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defTabSz="914400">
                    <a:defRPr sz="10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defRPr>
                  </a:pPr>
                </a:p>
              </p:txBody>
            </p:sp>
            <p:sp>
              <p:nvSpPr>
                <p:cNvPr id="211" name="Isosceles Triangle 69"/>
                <p:cNvSpPr/>
                <p:nvPr/>
              </p:nvSpPr>
              <p:spPr>
                <a:xfrm rot="10800000">
                  <a:off x="1651494" y="3439089"/>
                  <a:ext cx="755466" cy="434610"/>
                </a:xfrm>
                <a:prstGeom prst="triangle">
                  <a:avLst/>
                </a:prstGeom>
                <a:solidFill>
                  <a:srgbClr val="4CC89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defTabSz="914400">
                    <a:defRPr sz="10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defRPr>
                  </a:pPr>
                </a:p>
              </p:txBody>
            </p:sp>
          </p:grpSp>
          <p:sp>
            <p:nvSpPr>
              <p:cNvPr id="213" name="Inhaltsplatzhalter 4"/>
              <p:cNvSpPr/>
              <p:nvPr/>
            </p:nvSpPr>
            <p:spPr>
              <a:xfrm>
                <a:off x="0" y="4637325"/>
                <a:ext cx="698797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defTabSz="914400">
                  <a:lnSpc>
                    <a:spcPct val="140000"/>
                  </a:lnSpc>
                  <a:spcBef>
                    <a:spcPts val="600"/>
                  </a:spcBef>
                  <a:defRPr b="1" sz="3600">
                    <a:solidFill>
                      <a:srgbClr val="4CC89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RecSys &amp; </a:t>
                </a:r>
              </a:p>
              <a:p>
                <a:pPr defTabSz="914400">
                  <a:lnSpc>
                    <a:spcPct val="140000"/>
                  </a:lnSpc>
                  <a:spcBef>
                    <a:spcPts val="600"/>
                  </a:spcBef>
                  <a:defRPr b="1" sz="3600">
                    <a:solidFill>
                      <a:srgbClr val="4CC89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Algorithmic Choice</a:t>
                </a:r>
                <a:endParaRPr b="0">
                  <a:solidFill>
                    <a:srgbClr val="5C5C5C"/>
                  </a:solidFill>
                </a:endParaRPr>
              </a:p>
              <a:p>
                <a:pPr defTabSz="914400">
                  <a:lnSpc>
                    <a:spcPct val="140000"/>
                  </a:lnSpc>
                  <a:spcBef>
                    <a:spcPts val="600"/>
                  </a:spcBef>
                  <a:defRPr b="1" sz="3600">
                    <a:solidFill>
                      <a:srgbClr val="2CC6D2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endParaRPr b="0">
                  <a:solidFill>
                    <a:srgbClr val="5C5C5C"/>
                  </a:solidFill>
                </a:endParaRPr>
              </a:p>
            </p:txBody>
          </p:sp>
        </p:grpSp>
        <p:sp>
          <p:nvSpPr>
            <p:cNvPr id="215" name="Ingranaggio"/>
            <p:cNvSpPr/>
            <p:nvPr/>
          </p:nvSpPr>
          <p:spPr>
            <a:xfrm>
              <a:off x="2598639" y="786204"/>
              <a:ext cx="1790699" cy="1782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fill="norm" stroke="1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2" grpId="2"/>
      <p:bldP build="whole" bldLvl="1" animBg="1" rev="0" advAuto="0" spid="216" grpId="3"/>
      <p:bldP build="whole" bldLvl="1" animBg="1" rev="0" advAuto="0" spid="20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2CC6D2"/>
            </a:gs>
            <a:gs pos="100000">
              <a:srgbClr val="1F4C7C"/>
            </a:gs>
          </a:gsLst>
          <a:lin ang="18662108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Datas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Dataset</a:t>
            </a:r>
          </a:p>
        </p:txBody>
      </p:sp>
      <p:pic>
        <p:nvPicPr>
          <p:cNvPr id="219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alphaModFix amt="52120"/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idk.png" descr="idk.png"/>
          <p:cNvPicPr>
            <a:picLocks noChangeAspect="1"/>
          </p:cNvPicPr>
          <p:nvPr/>
        </p:nvPicPr>
        <p:blipFill>
          <a:blip r:embed="rId3">
            <a:alphaModFix amt="79505"/>
            <a:extLst/>
          </a:blip>
          <a:stretch>
            <a:fillRect/>
          </a:stretch>
        </p:blipFill>
        <p:spPr>
          <a:xfrm>
            <a:off x="14829587" y="4583866"/>
            <a:ext cx="6064358" cy="4548268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431800" dist="635000" dir="5400000">
              <a:srgbClr val="000000">
                <a:alpha val="5588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Numero diapositiva"/>
          <p:cNvSpPr txBox="1"/>
          <p:nvPr>
            <p:ph type="sldNum" sz="quarter" idx="4294967295"/>
          </p:nvPr>
        </p:nvSpPr>
        <p:spPr>
          <a:xfrm>
            <a:off x="386032" y="12800415"/>
            <a:ext cx="383642" cy="516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1919" tIns="121919" rIns="121919" bIns="121919" anchor="ctr"/>
          <a:lstStyle/>
          <a:p>
            <a:pPr/>
            <a:fld id="{86CB4B4D-7CA3-9044-876B-883B54F8677D}" type="slidenum"/>
          </a:p>
        </p:txBody>
      </p:sp>
      <p:grpSp>
        <p:nvGrpSpPr>
          <p:cNvPr id="225" name="Parallelogram 27"/>
          <p:cNvGrpSpPr/>
          <p:nvPr/>
        </p:nvGrpSpPr>
        <p:grpSpPr>
          <a:xfrm>
            <a:off x="1034181" y="6638816"/>
            <a:ext cx="4016046" cy="1275081"/>
            <a:chOff x="0" y="-98802"/>
            <a:chExt cx="4016045" cy="1275080"/>
          </a:xfrm>
        </p:grpSpPr>
        <p:sp>
          <p:nvSpPr>
            <p:cNvPr id="223" name="Forma"/>
            <p:cNvSpPr/>
            <p:nvPr/>
          </p:nvSpPr>
          <p:spPr>
            <a:xfrm flipH="1">
              <a:off x="0" y="0"/>
              <a:ext cx="4016046" cy="1077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215" y="0"/>
                  </a:lnTo>
                  <a:lnTo>
                    <a:pt x="21600" y="0"/>
                  </a:lnTo>
                  <a:lnTo>
                    <a:pt x="17385" y="21600"/>
                  </a:lnTo>
                  <a:close/>
                </a:path>
              </a:pathLst>
            </a:custGeom>
            <a:solidFill>
              <a:srgbClr val="2CC6D2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2438400">
                <a:defRPr sz="4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24" name="Feb 25…"/>
            <p:cNvSpPr txBox="1"/>
            <p:nvPr/>
          </p:nvSpPr>
          <p:spPr>
            <a:xfrm>
              <a:off x="752616" y="-98803"/>
              <a:ext cx="2510814" cy="1275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40" tIns="91440" rIns="91440" bIns="91440" numCol="1" anchor="ctr">
              <a:spAutoFit/>
            </a:bodyPr>
            <a:lstStyle/>
            <a:p>
              <a: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Feb 25</a:t>
              </a:r>
            </a:p>
            <a:p>
              <a: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Mar 2</a:t>
              </a:r>
            </a:p>
          </p:txBody>
        </p:sp>
      </p:grpSp>
      <p:grpSp>
        <p:nvGrpSpPr>
          <p:cNvPr id="228" name="Parallelogram 25"/>
          <p:cNvGrpSpPr/>
          <p:nvPr/>
        </p:nvGrpSpPr>
        <p:grpSpPr>
          <a:xfrm>
            <a:off x="4694101" y="6638816"/>
            <a:ext cx="4016047" cy="1275081"/>
            <a:chOff x="0" y="-98802"/>
            <a:chExt cx="4016045" cy="1275080"/>
          </a:xfrm>
        </p:grpSpPr>
        <p:sp>
          <p:nvSpPr>
            <p:cNvPr id="226" name="Forma"/>
            <p:cNvSpPr/>
            <p:nvPr/>
          </p:nvSpPr>
          <p:spPr>
            <a:xfrm flipH="1">
              <a:off x="0" y="0"/>
              <a:ext cx="4016046" cy="1077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215" y="0"/>
                  </a:lnTo>
                  <a:lnTo>
                    <a:pt x="21600" y="0"/>
                  </a:lnTo>
                  <a:lnTo>
                    <a:pt x="17385" y="21600"/>
                  </a:lnTo>
                  <a:close/>
                </a:path>
              </a:pathLst>
            </a:custGeom>
            <a:solidFill>
              <a:srgbClr val="0DAAE9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2438400">
                <a:defRPr sz="4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27" name="Mar 20…"/>
            <p:cNvSpPr txBox="1"/>
            <p:nvPr/>
          </p:nvSpPr>
          <p:spPr>
            <a:xfrm>
              <a:off x="752616" y="-98803"/>
              <a:ext cx="2510814" cy="1275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40" tIns="91440" rIns="91440" bIns="91440" numCol="1" anchor="ctr">
              <a:spAutoFit/>
            </a:bodyPr>
            <a:lstStyle/>
            <a:p>
              <a: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Mar 20</a:t>
              </a:r>
            </a:p>
            <a:p>
              <a: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Mar 21</a:t>
              </a:r>
            </a:p>
          </p:txBody>
        </p:sp>
      </p:grpSp>
      <p:grpSp>
        <p:nvGrpSpPr>
          <p:cNvPr id="231" name="Parallelogram 87"/>
          <p:cNvGrpSpPr/>
          <p:nvPr/>
        </p:nvGrpSpPr>
        <p:grpSpPr>
          <a:xfrm>
            <a:off x="8354018" y="6638816"/>
            <a:ext cx="4016047" cy="1275081"/>
            <a:chOff x="0" y="-98802"/>
            <a:chExt cx="4016045" cy="1275080"/>
          </a:xfrm>
        </p:grpSpPr>
        <p:sp>
          <p:nvSpPr>
            <p:cNvPr id="229" name="Forma"/>
            <p:cNvSpPr/>
            <p:nvPr/>
          </p:nvSpPr>
          <p:spPr>
            <a:xfrm flipH="1">
              <a:off x="0" y="0"/>
              <a:ext cx="4016046" cy="1077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215" y="0"/>
                  </a:lnTo>
                  <a:lnTo>
                    <a:pt x="21600" y="0"/>
                  </a:lnTo>
                  <a:lnTo>
                    <a:pt x="17385" y="21600"/>
                  </a:lnTo>
                  <a:close/>
                </a:path>
              </a:pathLst>
            </a:custGeom>
            <a:solidFill>
              <a:srgbClr val="4CC89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2438400">
                <a:defRPr sz="4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30" name="Mar 21…"/>
            <p:cNvSpPr txBox="1"/>
            <p:nvPr/>
          </p:nvSpPr>
          <p:spPr>
            <a:xfrm>
              <a:off x="752616" y="-98803"/>
              <a:ext cx="2510814" cy="1275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40" tIns="91440" rIns="91440" bIns="91440" numCol="1" anchor="ctr">
              <a:spAutoFit/>
            </a:bodyPr>
            <a:lstStyle/>
            <a:p>
              <a: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Mar 21</a:t>
              </a:r>
            </a:p>
            <a:p>
              <a: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Mar 22</a:t>
              </a:r>
            </a:p>
          </p:txBody>
        </p:sp>
      </p:grpSp>
      <p:grpSp>
        <p:nvGrpSpPr>
          <p:cNvPr id="234" name="Parallelogram 92"/>
          <p:cNvGrpSpPr/>
          <p:nvPr/>
        </p:nvGrpSpPr>
        <p:grpSpPr>
          <a:xfrm>
            <a:off x="12013938" y="6737618"/>
            <a:ext cx="4016047" cy="1077476"/>
            <a:chOff x="0" y="0"/>
            <a:chExt cx="4016045" cy="1077474"/>
          </a:xfrm>
        </p:grpSpPr>
        <p:sp>
          <p:nvSpPr>
            <p:cNvPr id="232" name="Forma"/>
            <p:cNvSpPr/>
            <p:nvPr/>
          </p:nvSpPr>
          <p:spPr>
            <a:xfrm flipH="1">
              <a:off x="0" y="0"/>
              <a:ext cx="4016046" cy="1077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215" y="0"/>
                  </a:lnTo>
                  <a:lnTo>
                    <a:pt x="21600" y="0"/>
                  </a:lnTo>
                  <a:lnTo>
                    <a:pt x="17385" y="21600"/>
                  </a:lnTo>
                  <a:close/>
                </a:path>
              </a:pathLst>
            </a:custGeom>
            <a:solidFill>
              <a:srgbClr val="FBB321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2438400">
                <a:defRPr sz="4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33" name="Mar 23"/>
            <p:cNvSpPr txBox="1"/>
            <p:nvPr/>
          </p:nvSpPr>
          <p:spPr>
            <a:xfrm>
              <a:off x="752616" y="174247"/>
              <a:ext cx="2510814" cy="728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40" tIns="91440" rIns="91440" bIns="91440" numCol="1" anchor="ctr">
              <a:spAutoFit/>
            </a:bodyPr>
            <a:lstStyle>
              <a:lvl1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Mar 23</a:t>
              </a:r>
            </a:p>
          </p:txBody>
        </p:sp>
      </p:grpSp>
      <p:grpSp>
        <p:nvGrpSpPr>
          <p:cNvPr id="237" name="Parallelogram 97"/>
          <p:cNvGrpSpPr/>
          <p:nvPr/>
        </p:nvGrpSpPr>
        <p:grpSpPr>
          <a:xfrm>
            <a:off x="15673855" y="6638816"/>
            <a:ext cx="4016047" cy="1275081"/>
            <a:chOff x="0" y="-98802"/>
            <a:chExt cx="4016045" cy="1275080"/>
          </a:xfrm>
        </p:grpSpPr>
        <p:sp>
          <p:nvSpPr>
            <p:cNvPr id="235" name="Forma"/>
            <p:cNvSpPr/>
            <p:nvPr/>
          </p:nvSpPr>
          <p:spPr>
            <a:xfrm flipH="1">
              <a:off x="0" y="0"/>
              <a:ext cx="4016046" cy="1077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215" y="0"/>
                  </a:lnTo>
                  <a:lnTo>
                    <a:pt x="21600" y="0"/>
                  </a:lnTo>
                  <a:lnTo>
                    <a:pt x="17385" y="21600"/>
                  </a:lnTo>
                  <a:close/>
                </a:path>
              </a:pathLst>
            </a:custGeom>
            <a:solidFill>
              <a:srgbClr val="FA7902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2438400">
                <a:defRPr sz="4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36" name="Mar 23…"/>
            <p:cNvSpPr txBox="1"/>
            <p:nvPr/>
          </p:nvSpPr>
          <p:spPr>
            <a:xfrm>
              <a:off x="752616" y="-98803"/>
              <a:ext cx="2510814" cy="1275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40" tIns="91440" rIns="91440" bIns="91440" numCol="1" anchor="ctr">
              <a:spAutoFit/>
            </a:bodyPr>
            <a:lstStyle/>
            <a:p>
              <a: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Mar 23</a:t>
              </a:r>
            </a:p>
            <a:p>
              <a: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Mar 29</a:t>
              </a:r>
            </a:p>
          </p:txBody>
        </p:sp>
      </p:grpSp>
      <p:grpSp>
        <p:nvGrpSpPr>
          <p:cNvPr id="240" name="Parallelogram 102"/>
          <p:cNvGrpSpPr/>
          <p:nvPr/>
        </p:nvGrpSpPr>
        <p:grpSpPr>
          <a:xfrm>
            <a:off x="19333770" y="6737618"/>
            <a:ext cx="4016046" cy="1077476"/>
            <a:chOff x="0" y="0"/>
            <a:chExt cx="4016045" cy="1077474"/>
          </a:xfrm>
        </p:grpSpPr>
        <p:sp>
          <p:nvSpPr>
            <p:cNvPr id="238" name="Forma"/>
            <p:cNvSpPr/>
            <p:nvPr/>
          </p:nvSpPr>
          <p:spPr>
            <a:xfrm flipH="1">
              <a:off x="0" y="0"/>
              <a:ext cx="4016046" cy="1077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215" y="0"/>
                  </a:lnTo>
                  <a:lnTo>
                    <a:pt x="21600" y="0"/>
                  </a:lnTo>
                  <a:lnTo>
                    <a:pt x="17385" y="21600"/>
                  </a:lnTo>
                  <a:close/>
                </a:path>
              </a:pathLst>
            </a:custGeom>
            <a:solidFill>
              <a:srgbClr val="E34856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2438400">
                <a:defRPr sz="4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239" name="Apr"/>
            <p:cNvSpPr txBox="1"/>
            <p:nvPr/>
          </p:nvSpPr>
          <p:spPr>
            <a:xfrm>
              <a:off x="752616" y="174247"/>
              <a:ext cx="2510814" cy="728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40" tIns="91440" rIns="91440" bIns="91440" numCol="1" anchor="ctr">
              <a:spAutoFit/>
            </a:bodyPr>
            <a:lstStyle>
              <a:lvl1pPr defTabSz="2438400">
                <a:defRPr b="1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pPr/>
              <a:r>
                <a:t>Apr</a:t>
              </a:r>
            </a:p>
          </p:txBody>
        </p:sp>
      </p:grpSp>
      <p:sp>
        <p:nvSpPr>
          <p:cNvPr id="241" name="Inhaltsplatzhalter 4"/>
          <p:cNvSpPr txBox="1"/>
          <p:nvPr/>
        </p:nvSpPr>
        <p:spPr>
          <a:xfrm>
            <a:off x="3525722" y="3569855"/>
            <a:ext cx="4575945" cy="272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l" defTabSz="2438400">
              <a:lnSpc>
                <a:spcPct val="140000"/>
              </a:lnSpc>
              <a:spcBef>
                <a:spcPts val="1600"/>
              </a:spcBef>
              <a:defRPr b="1" sz="3200">
                <a:solidFill>
                  <a:srgbClr val="2CC6D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Collect followers</a:t>
            </a:r>
            <a:br/>
            <a:r>
              <a:rPr b="0" sz="2600">
                <a:solidFill>
                  <a:srgbClr val="5C5C5C"/>
                </a:solidFill>
              </a:rPr>
              <a:t>Start at @bsky.app. Once 1M users are discovered, distribute subsequent requests over 10 machines.</a:t>
            </a:r>
          </a:p>
        </p:txBody>
      </p:sp>
      <p:sp>
        <p:nvSpPr>
          <p:cNvPr id="242" name="Inhaltsplatzhalter 4"/>
          <p:cNvSpPr txBox="1"/>
          <p:nvPr/>
        </p:nvSpPr>
        <p:spPr>
          <a:xfrm>
            <a:off x="10845560" y="3569855"/>
            <a:ext cx="4575945" cy="217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l" defTabSz="2438400">
              <a:lnSpc>
                <a:spcPct val="140000"/>
              </a:lnSpc>
              <a:spcBef>
                <a:spcPts val="1600"/>
              </a:spcBef>
              <a:defRPr b="1" sz="3200">
                <a:solidFill>
                  <a:srgbClr val="4CC89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Collect followings</a:t>
            </a:r>
            <a:br/>
            <a:r>
              <a:rPr b="0" sz="2600">
                <a:solidFill>
                  <a:srgbClr val="5C5C5C"/>
                </a:solidFill>
              </a:rPr>
              <a:t>A second pass to improve coverage. If new user, also collect their timeline.</a:t>
            </a:r>
          </a:p>
        </p:txBody>
      </p:sp>
      <p:sp>
        <p:nvSpPr>
          <p:cNvPr id="243" name="Inhaltsplatzhalter 4"/>
          <p:cNvSpPr txBox="1"/>
          <p:nvPr/>
        </p:nvSpPr>
        <p:spPr>
          <a:xfrm>
            <a:off x="18165396" y="3569855"/>
            <a:ext cx="4575945" cy="284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l" defTabSz="2438400">
              <a:lnSpc>
                <a:spcPct val="140000"/>
              </a:lnSpc>
              <a:spcBef>
                <a:spcPts val="1600"/>
              </a:spcBef>
              <a:defRPr b="1" sz="3200">
                <a:solidFill>
                  <a:srgbClr val="FA790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Clean, Anonymize &amp; Augment</a:t>
            </a:r>
            <a:br/>
            <a:r>
              <a:rPr b="0" sz="2600">
                <a:solidFill>
                  <a:srgbClr val="5C5C5C"/>
                </a:solidFill>
              </a:rPr>
              <a:t>Solve inconsistencies in post metadata, assign unique ids, sentiment analysis, etc.</a:t>
            </a:r>
          </a:p>
        </p:txBody>
      </p:sp>
      <p:sp>
        <p:nvSpPr>
          <p:cNvPr id="244" name="Straight Connector 65"/>
          <p:cNvSpPr/>
          <p:nvPr/>
        </p:nvSpPr>
        <p:spPr>
          <a:xfrm>
            <a:off x="3042199" y="3750099"/>
            <a:ext cx="4" cy="2706680"/>
          </a:xfrm>
          <a:prstGeom prst="line">
            <a:avLst/>
          </a:prstGeom>
          <a:ln w="76200">
            <a:solidFill>
              <a:srgbClr val="2CC6D2"/>
            </a:solidFill>
            <a:headEnd type="oval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45" name="Straight Connector 90"/>
          <p:cNvSpPr/>
          <p:nvPr/>
        </p:nvSpPr>
        <p:spPr>
          <a:xfrm>
            <a:off x="10362036" y="3750099"/>
            <a:ext cx="4" cy="2706680"/>
          </a:xfrm>
          <a:prstGeom prst="line">
            <a:avLst/>
          </a:prstGeom>
          <a:ln w="76200">
            <a:solidFill>
              <a:srgbClr val="4CC89F"/>
            </a:solidFill>
            <a:headEnd type="oval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46" name="Straight Connector 100"/>
          <p:cNvSpPr/>
          <p:nvPr/>
        </p:nvSpPr>
        <p:spPr>
          <a:xfrm>
            <a:off x="17681874" y="3750099"/>
            <a:ext cx="4" cy="2706680"/>
          </a:xfrm>
          <a:prstGeom prst="line">
            <a:avLst/>
          </a:prstGeom>
          <a:ln w="76200">
            <a:solidFill>
              <a:srgbClr val="FA7902"/>
            </a:solidFill>
            <a:headEnd type="oval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47" name="Inhaltsplatzhalter 4"/>
          <p:cNvSpPr txBox="1"/>
          <p:nvPr/>
        </p:nvSpPr>
        <p:spPr>
          <a:xfrm>
            <a:off x="16282325" y="9873721"/>
            <a:ext cx="4575945" cy="1069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algn="r" defTabSz="2438400">
              <a:lnSpc>
                <a:spcPct val="140000"/>
              </a:lnSpc>
              <a:spcBef>
                <a:spcPts val="1600"/>
              </a:spcBef>
              <a:defRPr b="1" sz="3200">
                <a:solidFill>
                  <a:srgbClr val="E34856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Analyze</a:t>
            </a:r>
            <a:br/>
            <a:r>
              <a:rPr b="0" sz="2600">
                <a:solidFill>
                  <a:srgbClr val="5C5C5C"/>
                </a:solidFill>
              </a:rPr>
              <a:t>More on that in a few slides…</a:t>
            </a:r>
          </a:p>
        </p:txBody>
      </p:sp>
      <p:sp>
        <p:nvSpPr>
          <p:cNvPr id="248" name="Inhaltsplatzhalter 4"/>
          <p:cNvSpPr txBox="1"/>
          <p:nvPr/>
        </p:nvSpPr>
        <p:spPr>
          <a:xfrm>
            <a:off x="8962487" y="9322541"/>
            <a:ext cx="457594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algn="r" defTabSz="2438400">
              <a:lnSpc>
                <a:spcPct val="140000"/>
              </a:lnSpc>
              <a:spcBef>
                <a:spcPts val="1600"/>
              </a:spcBef>
              <a:defRPr b="1" sz="3200">
                <a:solidFill>
                  <a:srgbClr val="FBB32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Collect feeds</a:t>
            </a:r>
            <a:br/>
            <a:r>
              <a:rPr b="0" sz="2600">
                <a:solidFill>
                  <a:srgbClr val="5C5C5C"/>
                </a:solidFill>
              </a:rPr>
              <a:t>Most popular feeds on various topics &amp; social issues</a:t>
            </a:r>
          </a:p>
        </p:txBody>
      </p:sp>
      <p:sp>
        <p:nvSpPr>
          <p:cNvPr id="249" name="Inhaltsplatzhalter 4"/>
          <p:cNvSpPr txBox="1"/>
          <p:nvPr/>
        </p:nvSpPr>
        <p:spPr>
          <a:xfrm>
            <a:off x="1642650" y="9322541"/>
            <a:ext cx="457594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algn="r" defTabSz="2438400">
              <a:lnSpc>
                <a:spcPct val="140000"/>
              </a:lnSpc>
              <a:spcBef>
                <a:spcPts val="1600"/>
              </a:spcBef>
              <a:defRPr b="1" sz="3200">
                <a:solidFill>
                  <a:srgbClr val="0DAAE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Collect users’ timelines</a:t>
            </a:r>
            <a:br/>
            <a:r>
              <a:rPr b="0" sz="2600">
                <a:solidFill>
                  <a:srgbClr val="5C5C5C"/>
                </a:solidFill>
              </a:rPr>
              <a:t>Distribute requests over 10 machines  </a:t>
            </a:r>
          </a:p>
        </p:txBody>
      </p:sp>
      <p:sp>
        <p:nvSpPr>
          <p:cNvPr id="250" name="Straight Connector 155"/>
          <p:cNvSpPr/>
          <p:nvPr/>
        </p:nvSpPr>
        <p:spPr>
          <a:xfrm flipH="1" flipV="1">
            <a:off x="21341790" y="8095933"/>
            <a:ext cx="4" cy="2706680"/>
          </a:xfrm>
          <a:prstGeom prst="line">
            <a:avLst/>
          </a:prstGeom>
          <a:ln w="76200">
            <a:solidFill>
              <a:srgbClr val="E34856"/>
            </a:solidFill>
            <a:headEnd type="oval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51" name="Straight Connector 156"/>
          <p:cNvSpPr/>
          <p:nvPr/>
        </p:nvSpPr>
        <p:spPr>
          <a:xfrm flipH="1" flipV="1">
            <a:off x="14021952" y="8095933"/>
            <a:ext cx="3" cy="2706680"/>
          </a:xfrm>
          <a:prstGeom prst="line">
            <a:avLst/>
          </a:prstGeom>
          <a:ln w="76200">
            <a:solidFill>
              <a:srgbClr val="FBB321"/>
            </a:solidFill>
            <a:headEnd type="oval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52" name="Straight Connector 157"/>
          <p:cNvSpPr/>
          <p:nvPr/>
        </p:nvSpPr>
        <p:spPr>
          <a:xfrm flipH="1" flipV="1">
            <a:off x="6702114" y="8095933"/>
            <a:ext cx="3" cy="2706680"/>
          </a:xfrm>
          <a:prstGeom prst="line">
            <a:avLst/>
          </a:prstGeom>
          <a:ln w="76200">
            <a:solidFill>
              <a:srgbClr val="0DAAE9"/>
            </a:solidFill>
            <a:headEnd type="oval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53" name="Freeform 122"/>
          <p:cNvSpPr/>
          <p:nvPr/>
        </p:nvSpPr>
        <p:spPr>
          <a:xfrm>
            <a:off x="14505477" y="10100496"/>
            <a:ext cx="810417" cy="805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363" y="8325"/>
                </a:moveTo>
                <a:cubicBezTo>
                  <a:pt x="18338" y="8325"/>
                  <a:pt x="18338" y="8325"/>
                  <a:pt x="18338" y="8325"/>
                </a:cubicBezTo>
                <a:cubicBezTo>
                  <a:pt x="18112" y="8325"/>
                  <a:pt x="17888" y="8100"/>
                  <a:pt x="17775" y="7875"/>
                </a:cubicBezTo>
                <a:cubicBezTo>
                  <a:pt x="17775" y="7650"/>
                  <a:pt x="17775" y="7425"/>
                  <a:pt x="18000" y="7200"/>
                </a:cubicBezTo>
                <a:cubicBezTo>
                  <a:pt x="19350" y="5850"/>
                  <a:pt x="19350" y="5850"/>
                  <a:pt x="19350" y="5850"/>
                </a:cubicBezTo>
                <a:cubicBezTo>
                  <a:pt x="19575" y="5625"/>
                  <a:pt x="19688" y="5288"/>
                  <a:pt x="19688" y="4950"/>
                </a:cubicBezTo>
                <a:cubicBezTo>
                  <a:pt x="19688" y="4613"/>
                  <a:pt x="19575" y="4275"/>
                  <a:pt x="19350" y="4050"/>
                </a:cubicBezTo>
                <a:cubicBezTo>
                  <a:pt x="17550" y="2250"/>
                  <a:pt x="17550" y="2250"/>
                  <a:pt x="17550" y="2250"/>
                </a:cubicBezTo>
                <a:cubicBezTo>
                  <a:pt x="17100" y="1800"/>
                  <a:pt x="16200" y="1800"/>
                  <a:pt x="15750" y="2250"/>
                </a:cubicBezTo>
                <a:cubicBezTo>
                  <a:pt x="14400" y="3713"/>
                  <a:pt x="14400" y="3713"/>
                  <a:pt x="14400" y="3713"/>
                </a:cubicBezTo>
                <a:cubicBezTo>
                  <a:pt x="14175" y="3825"/>
                  <a:pt x="13950" y="3938"/>
                  <a:pt x="13725" y="3825"/>
                </a:cubicBezTo>
                <a:cubicBezTo>
                  <a:pt x="13500" y="3713"/>
                  <a:pt x="13388" y="3488"/>
                  <a:pt x="13388" y="3263"/>
                </a:cubicBezTo>
                <a:cubicBezTo>
                  <a:pt x="13388" y="1238"/>
                  <a:pt x="13388" y="1238"/>
                  <a:pt x="13388" y="1238"/>
                </a:cubicBezTo>
                <a:cubicBezTo>
                  <a:pt x="13388" y="563"/>
                  <a:pt x="12825" y="0"/>
                  <a:pt x="12038" y="0"/>
                </a:cubicBezTo>
                <a:cubicBezTo>
                  <a:pt x="9562" y="0"/>
                  <a:pt x="9562" y="0"/>
                  <a:pt x="9562" y="0"/>
                </a:cubicBezTo>
                <a:cubicBezTo>
                  <a:pt x="8888" y="0"/>
                  <a:pt x="8325" y="563"/>
                  <a:pt x="8325" y="1238"/>
                </a:cubicBezTo>
                <a:cubicBezTo>
                  <a:pt x="8325" y="3263"/>
                  <a:pt x="8325" y="3263"/>
                  <a:pt x="8325" y="3263"/>
                </a:cubicBezTo>
                <a:cubicBezTo>
                  <a:pt x="8325" y="3488"/>
                  <a:pt x="8213" y="3713"/>
                  <a:pt x="7988" y="3825"/>
                </a:cubicBezTo>
                <a:cubicBezTo>
                  <a:pt x="7875" y="3825"/>
                  <a:pt x="7763" y="3825"/>
                  <a:pt x="7650" y="3825"/>
                </a:cubicBezTo>
                <a:cubicBezTo>
                  <a:pt x="7538" y="3825"/>
                  <a:pt x="7425" y="3825"/>
                  <a:pt x="7313" y="3713"/>
                </a:cubicBezTo>
                <a:cubicBezTo>
                  <a:pt x="5850" y="2250"/>
                  <a:pt x="5850" y="2250"/>
                  <a:pt x="5850" y="2250"/>
                </a:cubicBezTo>
                <a:cubicBezTo>
                  <a:pt x="5400" y="1800"/>
                  <a:pt x="4613" y="1800"/>
                  <a:pt x="4050" y="2250"/>
                </a:cubicBezTo>
                <a:cubicBezTo>
                  <a:pt x="2250" y="4050"/>
                  <a:pt x="2250" y="4050"/>
                  <a:pt x="2250" y="4050"/>
                </a:cubicBezTo>
                <a:cubicBezTo>
                  <a:pt x="2025" y="4275"/>
                  <a:pt x="1912" y="4613"/>
                  <a:pt x="1912" y="4950"/>
                </a:cubicBezTo>
                <a:cubicBezTo>
                  <a:pt x="1912" y="5288"/>
                  <a:pt x="2025" y="5625"/>
                  <a:pt x="2250" y="5850"/>
                </a:cubicBezTo>
                <a:cubicBezTo>
                  <a:pt x="3712" y="7313"/>
                  <a:pt x="3712" y="7313"/>
                  <a:pt x="3712" y="7313"/>
                </a:cubicBezTo>
                <a:cubicBezTo>
                  <a:pt x="3825" y="7425"/>
                  <a:pt x="3937" y="7650"/>
                  <a:pt x="3825" y="7875"/>
                </a:cubicBezTo>
                <a:cubicBezTo>
                  <a:pt x="3712" y="8100"/>
                  <a:pt x="3488" y="8325"/>
                  <a:pt x="3262" y="8325"/>
                </a:cubicBezTo>
                <a:cubicBezTo>
                  <a:pt x="1237" y="8325"/>
                  <a:pt x="1237" y="8325"/>
                  <a:pt x="1237" y="8325"/>
                </a:cubicBezTo>
                <a:cubicBezTo>
                  <a:pt x="562" y="8325"/>
                  <a:pt x="0" y="8888"/>
                  <a:pt x="0" y="9562"/>
                </a:cubicBezTo>
                <a:cubicBezTo>
                  <a:pt x="0" y="12037"/>
                  <a:pt x="0" y="12037"/>
                  <a:pt x="0" y="12037"/>
                </a:cubicBezTo>
                <a:cubicBezTo>
                  <a:pt x="0" y="12825"/>
                  <a:pt x="562" y="13388"/>
                  <a:pt x="1237" y="13388"/>
                </a:cubicBezTo>
                <a:cubicBezTo>
                  <a:pt x="3262" y="13388"/>
                  <a:pt x="3262" y="13388"/>
                  <a:pt x="3262" y="13388"/>
                </a:cubicBezTo>
                <a:cubicBezTo>
                  <a:pt x="3488" y="13388"/>
                  <a:pt x="3712" y="13500"/>
                  <a:pt x="3825" y="13725"/>
                </a:cubicBezTo>
                <a:cubicBezTo>
                  <a:pt x="3937" y="13950"/>
                  <a:pt x="3825" y="14175"/>
                  <a:pt x="3712" y="14400"/>
                </a:cubicBezTo>
                <a:cubicBezTo>
                  <a:pt x="2250" y="15750"/>
                  <a:pt x="2250" y="15750"/>
                  <a:pt x="2250" y="15750"/>
                </a:cubicBezTo>
                <a:cubicBezTo>
                  <a:pt x="2025" y="15975"/>
                  <a:pt x="1912" y="16313"/>
                  <a:pt x="1912" y="16650"/>
                </a:cubicBezTo>
                <a:cubicBezTo>
                  <a:pt x="1912" y="16987"/>
                  <a:pt x="2025" y="17325"/>
                  <a:pt x="2250" y="17550"/>
                </a:cubicBezTo>
                <a:cubicBezTo>
                  <a:pt x="4050" y="19350"/>
                  <a:pt x="4050" y="19350"/>
                  <a:pt x="4050" y="19350"/>
                </a:cubicBezTo>
                <a:cubicBezTo>
                  <a:pt x="4500" y="19800"/>
                  <a:pt x="5400" y="19800"/>
                  <a:pt x="5850" y="19350"/>
                </a:cubicBezTo>
                <a:cubicBezTo>
                  <a:pt x="7313" y="17887"/>
                  <a:pt x="7313" y="17887"/>
                  <a:pt x="7313" y="17887"/>
                </a:cubicBezTo>
                <a:cubicBezTo>
                  <a:pt x="7425" y="17775"/>
                  <a:pt x="7650" y="17662"/>
                  <a:pt x="7875" y="17775"/>
                </a:cubicBezTo>
                <a:cubicBezTo>
                  <a:pt x="8213" y="17887"/>
                  <a:pt x="8325" y="18112"/>
                  <a:pt x="8325" y="18337"/>
                </a:cubicBezTo>
                <a:cubicBezTo>
                  <a:pt x="8325" y="20363"/>
                  <a:pt x="8325" y="20363"/>
                  <a:pt x="8325" y="20363"/>
                </a:cubicBezTo>
                <a:cubicBezTo>
                  <a:pt x="8325" y="21037"/>
                  <a:pt x="8888" y="21600"/>
                  <a:pt x="9562" y="21600"/>
                </a:cubicBezTo>
                <a:cubicBezTo>
                  <a:pt x="12038" y="21600"/>
                  <a:pt x="12038" y="21600"/>
                  <a:pt x="12038" y="21600"/>
                </a:cubicBezTo>
                <a:cubicBezTo>
                  <a:pt x="12825" y="21600"/>
                  <a:pt x="13388" y="21037"/>
                  <a:pt x="13388" y="20363"/>
                </a:cubicBezTo>
                <a:cubicBezTo>
                  <a:pt x="13388" y="18337"/>
                  <a:pt x="13388" y="18337"/>
                  <a:pt x="13388" y="18337"/>
                </a:cubicBezTo>
                <a:cubicBezTo>
                  <a:pt x="13388" y="18112"/>
                  <a:pt x="13500" y="17887"/>
                  <a:pt x="13725" y="17775"/>
                </a:cubicBezTo>
                <a:cubicBezTo>
                  <a:pt x="13950" y="17662"/>
                  <a:pt x="14175" y="17775"/>
                  <a:pt x="14400" y="17887"/>
                </a:cubicBezTo>
                <a:cubicBezTo>
                  <a:pt x="15750" y="19350"/>
                  <a:pt x="15750" y="19350"/>
                  <a:pt x="15750" y="19350"/>
                </a:cubicBezTo>
                <a:cubicBezTo>
                  <a:pt x="16200" y="19800"/>
                  <a:pt x="17100" y="19800"/>
                  <a:pt x="17550" y="19350"/>
                </a:cubicBezTo>
                <a:cubicBezTo>
                  <a:pt x="19350" y="17550"/>
                  <a:pt x="19350" y="17550"/>
                  <a:pt x="19350" y="17550"/>
                </a:cubicBezTo>
                <a:cubicBezTo>
                  <a:pt x="19575" y="17325"/>
                  <a:pt x="19688" y="16987"/>
                  <a:pt x="19688" y="16650"/>
                </a:cubicBezTo>
                <a:cubicBezTo>
                  <a:pt x="19688" y="16313"/>
                  <a:pt x="19575" y="15975"/>
                  <a:pt x="19350" y="15750"/>
                </a:cubicBezTo>
                <a:cubicBezTo>
                  <a:pt x="18000" y="14400"/>
                  <a:pt x="18000" y="14400"/>
                  <a:pt x="18000" y="14400"/>
                </a:cubicBezTo>
                <a:cubicBezTo>
                  <a:pt x="17775" y="14175"/>
                  <a:pt x="17775" y="13950"/>
                  <a:pt x="17775" y="13725"/>
                </a:cubicBezTo>
                <a:cubicBezTo>
                  <a:pt x="17888" y="13500"/>
                  <a:pt x="18112" y="13388"/>
                  <a:pt x="18338" y="13388"/>
                </a:cubicBezTo>
                <a:cubicBezTo>
                  <a:pt x="20363" y="13388"/>
                  <a:pt x="20363" y="13388"/>
                  <a:pt x="20363" y="13388"/>
                </a:cubicBezTo>
                <a:cubicBezTo>
                  <a:pt x="21038" y="13388"/>
                  <a:pt x="21600" y="12825"/>
                  <a:pt x="21600" y="12037"/>
                </a:cubicBezTo>
                <a:cubicBezTo>
                  <a:pt x="21600" y="9562"/>
                  <a:pt x="21600" y="9562"/>
                  <a:pt x="21600" y="9562"/>
                </a:cubicBezTo>
                <a:cubicBezTo>
                  <a:pt x="21600" y="8888"/>
                  <a:pt x="21038" y="8325"/>
                  <a:pt x="20363" y="8325"/>
                </a:cubicBezTo>
                <a:close/>
                <a:moveTo>
                  <a:pt x="16763" y="13275"/>
                </a:moveTo>
                <a:cubicBezTo>
                  <a:pt x="16538" y="13950"/>
                  <a:pt x="16650" y="14625"/>
                  <a:pt x="17100" y="15187"/>
                </a:cubicBezTo>
                <a:cubicBezTo>
                  <a:pt x="18563" y="16538"/>
                  <a:pt x="18563" y="16538"/>
                  <a:pt x="18563" y="16538"/>
                </a:cubicBezTo>
                <a:cubicBezTo>
                  <a:pt x="18563" y="16538"/>
                  <a:pt x="18563" y="16650"/>
                  <a:pt x="18563" y="16650"/>
                </a:cubicBezTo>
                <a:cubicBezTo>
                  <a:pt x="18563" y="16650"/>
                  <a:pt x="18563" y="16762"/>
                  <a:pt x="18563" y="16762"/>
                </a:cubicBezTo>
                <a:cubicBezTo>
                  <a:pt x="16763" y="18562"/>
                  <a:pt x="16763" y="18562"/>
                  <a:pt x="16763" y="18562"/>
                </a:cubicBezTo>
                <a:cubicBezTo>
                  <a:pt x="16650" y="18675"/>
                  <a:pt x="16650" y="18562"/>
                  <a:pt x="16538" y="18562"/>
                </a:cubicBezTo>
                <a:cubicBezTo>
                  <a:pt x="15187" y="17100"/>
                  <a:pt x="15187" y="17100"/>
                  <a:pt x="15187" y="17100"/>
                </a:cubicBezTo>
                <a:cubicBezTo>
                  <a:pt x="14625" y="16650"/>
                  <a:pt x="13950" y="16538"/>
                  <a:pt x="13275" y="16762"/>
                </a:cubicBezTo>
                <a:cubicBezTo>
                  <a:pt x="12600" y="16987"/>
                  <a:pt x="12263" y="17662"/>
                  <a:pt x="12263" y="18337"/>
                </a:cubicBezTo>
                <a:cubicBezTo>
                  <a:pt x="12263" y="20363"/>
                  <a:pt x="12263" y="20363"/>
                  <a:pt x="12263" y="20363"/>
                </a:cubicBezTo>
                <a:cubicBezTo>
                  <a:pt x="12263" y="20363"/>
                  <a:pt x="12150" y="20475"/>
                  <a:pt x="12038" y="20475"/>
                </a:cubicBezTo>
                <a:cubicBezTo>
                  <a:pt x="9562" y="20475"/>
                  <a:pt x="9562" y="20475"/>
                  <a:pt x="9562" y="20475"/>
                </a:cubicBezTo>
                <a:cubicBezTo>
                  <a:pt x="9450" y="20475"/>
                  <a:pt x="9450" y="20363"/>
                  <a:pt x="9450" y="20363"/>
                </a:cubicBezTo>
                <a:cubicBezTo>
                  <a:pt x="9450" y="18337"/>
                  <a:pt x="9450" y="18337"/>
                  <a:pt x="9450" y="18337"/>
                </a:cubicBezTo>
                <a:cubicBezTo>
                  <a:pt x="9450" y="17662"/>
                  <a:pt x="9000" y="16987"/>
                  <a:pt x="8325" y="16762"/>
                </a:cubicBezTo>
                <a:cubicBezTo>
                  <a:pt x="8100" y="16650"/>
                  <a:pt x="7875" y="16650"/>
                  <a:pt x="7650" y="16650"/>
                </a:cubicBezTo>
                <a:cubicBezTo>
                  <a:pt x="7200" y="16650"/>
                  <a:pt x="6750" y="16762"/>
                  <a:pt x="6525" y="17100"/>
                </a:cubicBezTo>
                <a:cubicBezTo>
                  <a:pt x="5062" y="18562"/>
                  <a:pt x="5062" y="18562"/>
                  <a:pt x="5062" y="18562"/>
                </a:cubicBezTo>
                <a:cubicBezTo>
                  <a:pt x="5062" y="18562"/>
                  <a:pt x="4950" y="18562"/>
                  <a:pt x="4838" y="18562"/>
                </a:cubicBezTo>
                <a:cubicBezTo>
                  <a:pt x="3037" y="16762"/>
                  <a:pt x="3037" y="16762"/>
                  <a:pt x="3037" y="16762"/>
                </a:cubicBezTo>
                <a:cubicBezTo>
                  <a:pt x="3037" y="16762"/>
                  <a:pt x="3037" y="16650"/>
                  <a:pt x="3037" y="16650"/>
                </a:cubicBezTo>
                <a:cubicBezTo>
                  <a:pt x="3037" y="16650"/>
                  <a:pt x="3037" y="16538"/>
                  <a:pt x="3037" y="16538"/>
                </a:cubicBezTo>
                <a:cubicBezTo>
                  <a:pt x="4500" y="15187"/>
                  <a:pt x="4500" y="15187"/>
                  <a:pt x="4500" y="15187"/>
                </a:cubicBezTo>
                <a:cubicBezTo>
                  <a:pt x="4950" y="14625"/>
                  <a:pt x="5175" y="13950"/>
                  <a:pt x="4838" y="13275"/>
                </a:cubicBezTo>
                <a:cubicBezTo>
                  <a:pt x="4613" y="12600"/>
                  <a:pt x="3937" y="12262"/>
                  <a:pt x="3262" y="12262"/>
                </a:cubicBezTo>
                <a:cubicBezTo>
                  <a:pt x="1237" y="12262"/>
                  <a:pt x="1237" y="12262"/>
                  <a:pt x="1237" y="12262"/>
                </a:cubicBezTo>
                <a:cubicBezTo>
                  <a:pt x="1237" y="12262"/>
                  <a:pt x="1125" y="12150"/>
                  <a:pt x="1125" y="12037"/>
                </a:cubicBezTo>
                <a:cubicBezTo>
                  <a:pt x="1125" y="9562"/>
                  <a:pt x="1125" y="9562"/>
                  <a:pt x="1125" y="9562"/>
                </a:cubicBezTo>
                <a:cubicBezTo>
                  <a:pt x="1125" y="9450"/>
                  <a:pt x="1237" y="9450"/>
                  <a:pt x="1237" y="9450"/>
                </a:cubicBezTo>
                <a:cubicBezTo>
                  <a:pt x="3262" y="9450"/>
                  <a:pt x="3262" y="9450"/>
                  <a:pt x="3262" y="9450"/>
                </a:cubicBezTo>
                <a:cubicBezTo>
                  <a:pt x="3937" y="9450"/>
                  <a:pt x="4613" y="9000"/>
                  <a:pt x="4838" y="8325"/>
                </a:cubicBezTo>
                <a:cubicBezTo>
                  <a:pt x="5175" y="7650"/>
                  <a:pt x="4950" y="6975"/>
                  <a:pt x="4500" y="6413"/>
                </a:cubicBezTo>
                <a:cubicBezTo>
                  <a:pt x="3037" y="5063"/>
                  <a:pt x="3037" y="5063"/>
                  <a:pt x="3037" y="5063"/>
                </a:cubicBezTo>
                <a:cubicBezTo>
                  <a:pt x="3037" y="5063"/>
                  <a:pt x="3037" y="4950"/>
                  <a:pt x="3037" y="4950"/>
                </a:cubicBezTo>
                <a:cubicBezTo>
                  <a:pt x="3037" y="4950"/>
                  <a:pt x="3037" y="4837"/>
                  <a:pt x="3037" y="4837"/>
                </a:cubicBezTo>
                <a:cubicBezTo>
                  <a:pt x="4838" y="3038"/>
                  <a:pt x="4838" y="3038"/>
                  <a:pt x="4838" y="3038"/>
                </a:cubicBezTo>
                <a:cubicBezTo>
                  <a:pt x="4950" y="3038"/>
                  <a:pt x="5062" y="3038"/>
                  <a:pt x="5062" y="3038"/>
                </a:cubicBezTo>
                <a:cubicBezTo>
                  <a:pt x="6525" y="4500"/>
                  <a:pt x="6525" y="4500"/>
                  <a:pt x="6525" y="4500"/>
                </a:cubicBezTo>
                <a:cubicBezTo>
                  <a:pt x="6975" y="4950"/>
                  <a:pt x="7650" y="5063"/>
                  <a:pt x="8325" y="4837"/>
                </a:cubicBezTo>
                <a:cubicBezTo>
                  <a:pt x="9000" y="4500"/>
                  <a:pt x="9450" y="3938"/>
                  <a:pt x="9450" y="3263"/>
                </a:cubicBezTo>
                <a:cubicBezTo>
                  <a:pt x="9450" y="1238"/>
                  <a:pt x="9450" y="1238"/>
                  <a:pt x="9450" y="1238"/>
                </a:cubicBezTo>
                <a:cubicBezTo>
                  <a:pt x="9450" y="1125"/>
                  <a:pt x="9450" y="1125"/>
                  <a:pt x="9562" y="1125"/>
                </a:cubicBezTo>
                <a:cubicBezTo>
                  <a:pt x="12038" y="1125"/>
                  <a:pt x="12038" y="1125"/>
                  <a:pt x="12038" y="1125"/>
                </a:cubicBezTo>
                <a:cubicBezTo>
                  <a:pt x="12150" y="1125"/>
                  <a:pt x="12263" y="1125"/>
                  <a:pt x="12263" y="1238"/>
                </a:cubicBezTo>
                <a:cubicBezTo>
                  <a:pt x="12263" y="3263"/>
                  <a:pt x="12263" y="3263"/>
                  <a:pt x="12263" y="3263"/>
                </a:cubicBezTo>
                <a:cubicBezTo>
                  <a:pt x="12263" y="3938"/>
                  <a:pt x="12600" y="4500"/>
                  <a:pt x="13275" y="4837"/>
                </a:cubicBezTo>
                <a:cubicBezTo>
                  <a:pt x="13950" y="5063"/>
                  <a:pt x="14738" y="4950"/>
                  <a:pt x="15187" y="4500"/>
                </a:cubicBezTo>
                <a:cubicBezTo>
                  <a:pt x="16538" y="3038"/>
                  <a:pt x="16538" y="3038"/>
                  <a:pt x="16538" y="3038"/>
                </a:cubicBezTo>
                <a:cubicBezTo>
                  <a:pt x="16650" y="3038"/>
                  <a:pt x="16650" y="2925"/>
                  <a:pt x="16763" y="3038"/>
                </a:cubicBezTo>
                <a:cubicBezTo>
                  <a:pt x="18563" y="4837"/>
                  <a:pt x="18563" y="4837"/>
                  <a:pt x="18563" y="4837"/>
                </a:cubicBezTo>
                <a:cubicBezTo>
                  <a:pt x="18675" y="4950"/>
                  <a:pt x="18675" y="4950"/>
                  <a:pt x="18563" y="5063"/>
                </a:cubicBezTo>
                <a:cubicBezTo>
                  <a:pt x="17100" y="6413"/>
                  <a:pt x="17100" y="6413"/>
                  <a:pt x="17100" y="6413"/>
                </a:cubicBezTo>
                <a:cubicBezTo>
                  <a:pt x="16650" y="6975"/>
                  <a:pt x="16538" y="7650"/>
                  <a:pt x="16763" y="8325"/>
                </a:cubicBezTo>
                <a:cubicBezTo>
                  <a:pt x="17100" y="9000"/>
                  <a:pt x="17663" y="9450"/>
                  <a:pt x="18338" y="9450"/>
                </a:cubicBezTo>
                <a:cubicBezTo>
                  <a:pt x="20363" y="9450"/>
                  <a:pt x="20363" y="9450"/>
                  <a:pt x="20363" y="9450"/>
                </a:cubicBezTo>
                <a:cubicBezTo>
                  <a:pt x="20475" y="9450"/>
                  <a:pt x="20475" y="9450"/>
                  <a:pt x="20475" y="9562"/>
                </a:cubicBezTo>
                <a:cubicBezTo>
                  <a:pt x="20475" y="12037"/>
                  <a:pt x="20475" y="12037"/>
                  <a:pt x="20475" y="12037"/>
                </a:cubicBezTo>
                <a:cubicBezTo>
                  <a:pt x="20475" y="12150"/>
                  <a:pt x="20475" y="12262"/>
                  <a:pt x="20363" y="12262"/>
                </a:cubicBezTo>
                <a:cubicBezTo>
                  <a:pt x="18338" y="12262"/>
                  <a:pt x="18338" y="12262"/>
                  <a:pt x="18338" y="12262"/>
                </a:cubicBezTo>
                <a:cubicBezTo>
                  <a:pt x="17663" y="12262"/>
                  <a:pt x="17100" y="12600"/>
                  <a:pt x="16763" y="13275"/>
                </a:cubicBezTo>
                <a:close/>
                <a:moveTo>
                  <a:pt x="10800" y="7087"/>
                </a:moveTo>
                <a:cubicBezTo>
                  <a:pt x="8775" y="7087"/>
                  <a:pt x="7088" y="8775"/>
                  <a:pt x="7088" y="10800"/>
                </a:cubicBezTo>
                <a:cubicBezTo>
                  <a:pt x="7088" y="12825"/>
                  <a:pt x="8775" y="14512"/>
                  <a:pt x="10800" y="14512"/>
                </a:cubicBezTo>
                <a:cubicBezTo>
                  <a:pt x="12825" y="14512"/>
                  <a:pt x="14513" y="12825"/>
                  <a:pt x="14513" y="10800"/>
                </a:cubicBezTo>
                <a:cubicBezTo>
                  <a:pt x="14513" y="8775"/>
                  <a:pt x="12825" y="7087"/>
                  <a:pt x="10800" y="7087"/>
                </a:cubicBezTo>
                <a:close/>
                <a:moveTo>
                  <a:pt x="10800" y="13388"/>
                </a:moveTo>
                <a:cubicBezTo>
                  <a:pt x="9338" y="13388"/>
                  <a:pt x="8213" y="12262"/>
                  <a:pt x="8213" y="10800"/>
                </a:cubicBezTo>
                <a:cubicBezTo>
                  <a:pt x="8213" y="9338"/>
                  <a:pt x="9338" y="8212"/>
                  <a:pt x="10800" y="8212"/>
                </a:cubicBezTo>
                <a:cubicBezTo>
                  <a:pt x="12263" y="8212"/>
                  <a:pt x="13388" y="9338"/>
                  <a:pt x="13388" y="10800"/>
                </a:cubicBezTo>
                <a:cubicBezTo>
                  <a:pt x="13388" y="12262"/>
                  <a:pt x="12263" y="13388"/>
                  <a:pt x="10800" y="13388"/>
                </a:cubicBezTo>
                <a:close/>
              </a:path>
            </a:pathLst>
          </a:custGeom>
          <a:solidFill>
            <a:srgbClr val="3C3C3C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54" name="Freeform 123"/>
          <p:cNvSpPr/>
          <p:nvPr/>
        </p:nvSpPr>
        <p:spPr>
          <a:xfrm>
            <a:off x="7220165" y="10063032"/>
            <a:ext cx="682790" cy="880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68" y="15318"/>
                </a:moveTo>
                <a:cubicBezTo>
                  <a:pt x="14734" y="13555"/>
                  <a:pt x="14734" y="13555"/>
                  <a:pt x="14734" y="13555"/>
                </a:cubicBezTo>
                <a:cubicBezTo>
                  <a:pt x="14448" y="13445"/>
                  <a:pt x="14305" y="13114"/>
                  <a:pt x="14305" y="12894"/>
                </a:cubicBezTo>
                <a:cubicBezTo>
                  <a:pt x="14305" y="11792"/>
                  <a:pt x="14305" y="11792"/>
                  <a:pt x="14305" y="11792"/>
                </a:cubicBezTo>
                <a:cubicBezTo>
                  <a:pt x="14305" y="11682"/>
                  <a:pt x="14448" y="11571"/>
                  <a:pt x="14591" y="11461"/>
                </a:cubicBezTo>
                <a:cubicBezTo>
                  <a:pt x="15163" y="10800"/>
                  <a:pt x="15592" y="10139"/>
                  <a:pt x="15878" y="9367"/>
                </a:cubicBezTo>
                <a:cubicBezTo>
                  <a:pt x="16593" y="9147"/>
                  <a:pt x="17023" y="8596"/>
                  <a:pt x="17023" y="8045"/>
                </a:cubicBezTo>
                <a:cubicBezTo>
                  <a:pt x="17023" y="6612"/>
                  <a:pt x="17023" y="6612"/>
                  <a:pt x="17023" y="6612"/>
                </a:cubicBezTo>
                <a:cubicBezTo>
                  <a:pt x="17023" y="6171"/>
                  <a:pt x="16879" y="5841"/>
                  <a:pt x="16593" y="5620"/>
                </a:cubicBezTo>
                <a:cubicBezTo>
                  <a:pt x="16593" y="3747"/>
                  <a:pt x="16593" y="3747"/>
                  <a:pt x="16593" y="3747"/>
                </a:cubicBezTo>
                <a:cubicBezTo>
                  <a:pt x="16593" y="3416"/>
                  <a:pt x="16593" y="2314"/>
                  <a:pt x="15592" y="1322"/>
                </a:cubicBezTo>
                <a:cubicBezTo>
                  <a:pt x="14591" y="441"/>
                  <a:pt x="13017" y="0"/>
                  <a:pt x="10872" y="0"/>
                </a:cubicBezTo>
                <a:cubicBezTo>
                  <a:pt x="8726" y="0"/>
                  <a:pt x="7152" y="441"/>
                  <a:pt x="6151" y="1322"/>
                </a:cubicBezTo>
                <a:cubicBezTo>
                  <a:pt x="5007" y="2314"/>
                  <a:pt x="5007" y="3416"/>
                  <a:pt x="5007" y="3747"/>
                </a:cubicBezTo>
                <a:cubicBezTo>
                  <a:pt x="5007" y="5620"/>
                  <a:pt x="5007" y="5620"/>
                  <a:pt x="5007" y="5620"/>
                </a:cubicBezTo>
                <a:cubicBezTo>
                  <a:pt x="4721" y="5841"/>
                  <a:pt x="4577" y="6282"/>
                  <a:pt x="4577" y="6612"/>
                </a:cubicBezTo>
                <a:cubicBezTo>
                  <a:pt x="4577" y="8045"/>
                  <a:pt x="4577" y="8045"/>
                  <a:pt x="4577" y="8045"/>
                </a:cubicBezTo>
                <a:cubicBezTo>
                  <a:pt x="4577" y="8486"/>
                  <a:pt x="4864" y="8927"/>
                  <a:pt x="5293" y="9147"/>
                </a:cubicBezTo>
                <a:cubicBezTo>
                  <a:pt x="5722" y="10359"/>
                  <a:pt x="6437" y="11241"/>
                  <a:pt x="6866" y="11792"/>
                </a:cubicBezTo>
                <a:cubicBezTo>
                  <a:pt x="6866" y="12894"/>
                  <a:pt x="6866" y="12894"/>
                  <a:pt x="6866" y="12894"/>
                </a:cubicBezTo>
                <a:cubicBezTo>
                  <a:pt x="6866" y="13114"/>
                  <a:pt x="6723" y="13445"/>
                  <a:pt x="6437" y="13555"/>
                </a:cubicBezTo>
                <a:cubicBezTo>
                  <a:pt x="2289" y="15208"/>
                  <a:pt x="2289" y="15208"/>
                  <a:pt x="2289" y="15208"/>
                </a:cubicBezTo>
                <a:cubicBezTo>
                  <a:pt x="858" y="15869"/>
                  <a:pt x="0" y="16971"/>
                  <a:pt x="0" y="18184"/>
                </a:cubicBezTo>
                <a:cubicBezTo>
                  <a:pt x="0" y="19396"/>
                  <a:pt x="0" y="19396"/>
                  <a:pt x="0" y="19396"/>
                </a:cubicBezTo>
                <a:cubicBezTo>
                  <a:pt x="0" y="21600"/>
                  <a:pt x="10442" y="21600"/>
                  <a:pt x="10872" y="21600"/>
                </a:cubicBezTo>
                <a:cubicBezTo>
                  <a:pt x="11301" y="21600"/>
                  <a:pt x="21600" y="21600"/>
                  <a:pt x="21600" y="19396"/>
                </a:cubicBezTo>
                <a:cubicBezTo>
                  <a:pt x="21600" y="18294"/>
                  <a:pt x="21600" y="18294"/>
                  <a:pt x="21600" y="18294"/>
                </a:cubicBezTo>
                <a:cubicBezTo>
                  <a:pt x="21600" y="16971"/>
                  <a:pt x="20742" y="15869"/>
                  <a:pt x="19168" y="15318"/>
                </a:cubicBezTo>
                <a:close/>
                <a:moveTo>
                  <a:pt x="8297" y="12894"/>
                </a:moveTo>
                <a:cubicBezTo>
                  <a:pt x="8297" y="11351"/>
                  <a:pt x="8297" y="11351"/>
                  <a:pt x="8297" y="11351"/>
                </a:cubicBezTo>
                <a:cubicBezTo>
                  <a:pt x="8154" y="11241"/>
                  <a:pt x="8154" y="11241"/>
                  <a:pt x="8154" y="11241"/>
                </a:cubicBezTo>
                <a:cubicBezTo>
                  <a:pt x="8154" y="11241"/>
                  <a:pt x="7009" y="10139"/>
                  <a:pt x="6580" y="8816"/>
                </a:cubicBezTo>
                <a:cubicBezTo>
                  <a:pt x="6580" y="8596"/>
                  <a:pt x="6580" y="8596"/>
                  <a:pt x="6580" y="8596"/>
                </a:cubicBezTo>
                <a:cubicBezTo>
                  <a:pt x="6294" y="8486"/>
                  <a:pt x="6294" y="8486"/>
                  <a:pt x="6294" y="8486"/>
                </a:cubicBezTo>
                <a:cubicBezTo>
                  <a:pt x="6008" y="8376"/>
                  <a:pt x="6008" y="8155"/>
                  <a:pt x="6008" y="8045"/>
                </a:cubicBezTo>
                <a:cubicBezTo>
                  <a:pt x="6008" y="6612"/>
                  <a:pt x="6008" y="6612"/>
                  <a:pt x="6008" y="6612"/>
                </a:cubicBezTo>
                <a:cubicBezTo>
                  <a:pt x="6008" y="6392"/>
                  <a:pt x="6008" y="6282"/>
                  <a:pt x="6151" y="6171"/>
                </a:cubicBezTo>
                <a:cubicBezTo>
                  <a:pt x="6437" y="6061"/>
                  <a:pt x="6437" y="6061"/>
                  <a:pt x="6437" y="6061"/>
                </a:cubicBezTo>
                <a:cubicBezTo>
                  <a:pt x="6437" y="3637"/>
                  <a:pt x="6437" y="3637"/>
                  <a:pt x="6437" y="3637"/>
                </a:cubicBezTo>
                <a:cubicBezTo>
                  <a:pt x="6437" y="3637"/>
                  <a:pt x="6437" y="3637"/>
                  <a:pt x="6437" y="3637"/>
                </a:cubicBezTo>
                <a:cubicBezTo>
                  <a:pt x="6437" y="3416"/>
                  <a:pt x="6437" y="2645"/>
                  <a:pt x="7152" y="1984"/>
                </a:cubicBezTo>
                <a:cubicBezTo>
                  <a:pt x="7868" y="1433"/>
                  <a:pt x="9012" y="1102"/>
                  <a:pt x="10872" y="1102"/>
                </a:cubicBezTo>
                <a:cubicBezTo>
                  <a:pt x="12588" y="1102"/>
                  <a:pt x="13875" y="1433"/>
                  <a:pt x="14591" y="1984"/>
                </a:cubicBezTo>
                <a:cubicBezTo>
                  <a:pt x="15306" y="2645"/>
                  <a:pt x="15163" y="3527"/>
                  <a:pt x="15163" y="3747"/>
                </a:cubicBezTo>
                <a:cubicBezTo>
                  <a:pt x="15163" y="6061"/>
                  <a:pt x="15163" y="6061"/>
                  <a:pt x="15163" y="6061"/>
                </a:cubicBezTo>
                <a:cubicBezTo>
                  <a:pt x="15449" y="6171"/>
                  <a:pt x="15449" y="6171"/>
                  <a:pt x="15449" y="6171"/>
                </a:cubicBezTo>
                <a:cubicBezTo>
                  <a:pt x="15592" y="6282"/>
                  <a:pt x="15735" y="6392"/>
                  <a:pt x="15735" y="6612"/>
                </a:cubicBezTo>
                <a:cubicBezTo>
                  <a:pt x="15735" y="8045"/>
                  <a:pt x="15735" y="8045"/>
                  <a:pt x="15735" y="8045"/>
                </a:cubicBezTo>
                <a:cubicBezTo>
                  <a:pt x="15735" y="8265"/>
                  <a:pt x="15449" y="8486"/>
                  <a:pt x="15163" y="8486"/>
                </a:cubicBezTo>
                <a:cubicBezTo>
                  <a:pt x="14877" y="8596"/>
                  <a:pt x="14877" y="8596"/>
                  <a:pt x="14877" y="8596"/>
                </a:cubicBezTo>
                <a:cubicBezTo>
                  <a:pt x="14734" y="8816"/>
                  <a:pt x="14734" y="8816"/>
                  <a:pt x="14734" y="8816"/>
                </a:cubicBezTo>
                <a:cubicBezTo>
                  <a:pt x="14448" y="9588"/>
                  <a:pt x="14019" y="10249"/>
                  <a:pt x="13446" y="10800"/>
                </a:cubicBezTo>
                <a:cubicBezTo>
                  <a:pt x="13303" y="11020"/>
                  <a:pt x="13160" y="11131"/>
                  <a:pt x="13017" y="11241"/>
                </a:cubicBezTo>
                <a:cubicBezTo>
                  <a:pt x="12874" y="11351"/>
                  <a:pt x="12874" y="11351"/>
                  <a:pt x="12874" y="11351"/>
                </a:cubicBezTo>
                <a:cubicBezTo>
                  <a:pt x="12874" y="12894"/>
                  <a:pt x="12874" y="12894"/>
                  <a:pt x="12874" y="12894"/>
                </a:cubicBezTo>
                <a:cubicBezTo>
                  <a:pt x="12874" y="13555"/>
                  <a:pt x="13446" y="14216"/>
                  <a:pt x="14162" y="14547"/>
                </a:cubicBezTo>
                <a:cubicBezTo>
                  <a:pt x="18596" y="16200"/>
                  <a:pt x="18596" y="16200"/>
                  <a:pt x="18596" y="16200"/>
                </a:cubicBezTo>
                <a:cubicBezTo>
                  <a:pt x="19597" y="16641"/>
                  <a:pt x="20313" y="17412"/>
                  <a:pt x="20313" y="18294"/>
                </a:cubicBezTo>
                <a:cubicBezTo>
                  <a:pt x="20313" y="19396"/>
                  <a:pt x="20313" y="19396"/>
                  <a:pt x="20313" y="19396"/>
                </a:cubicBezTo>
                <a:cubicBezTo>
                  <a:pt x="20170" y="19616"/>
                  <a:pt x="17166" y="20608"/>
                  <a:pt x="10872" y="20608"/>
                </a:cubicBezTo>
                <a:cubicBezTo>
                  <a:pt x="4434" y="20608"/>
                  <a:pt x="1430" y="19616"/>
                  <a:pt x="1287" y="19396"/>
                </a:cubicBezTo>
                <a:cubicBezTo>
                  <a:pt x="1287" y="18184"/>
                  <a:pt x="1287" y="18184"/>
                  <a:pt x="1287" y="18184"/>
                </a:cubicBezTo>
                <a:cubicBezTo>
                  <a:pt x="1287" y="17412"/>
                  <a:pt x="2003" y="16531"/>
                  <a:pt x="2861" y="16200"/>
                </a:cubicBezTo>
                <a:cubicBezTo>
                  <a:pt x="7009" y="14437"/>
                  <a:pt x="7009" y="14437"/>
                  <a:pt x="7009" y="14437"/>
                </a:cubicBezTo>
                <a:cubicBezTo>
                  <a:pt x="7725" y="14106"/>
                  <a:pt x="8297" y="13555"/>
                  <a:pt x="8297" y="12894"/>
                </a:cubicBezTo>
                <a:close/>
              </a:path>
            </a:pathLst>
          </a:custGeom>
          <a:solidFill>
            <a:srgbClr val="3C3C3C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55" name="Freeform 126"/>
          <p:cNvSpPr/>
          <p:nvPr/>
        </p:nvSpPr>
        <p:spPr>
          <a:xfrm>
            <a:off x="21825315" y="10154963"/>
            <a:ext cx="688658" cy="6961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577" fill="norm" stroke="1" extrusionOk="0">
                <a:moveTo>
                  <a:pt x="12760" y="12592"/>
                </a:moveTo>
                <a:cubicBezTo>
                  <a:pt x="8762" y="12592"/>
                  <a:pt x="8762" y="12592"/>
                  <a:pt x="8762" y="12592"/>
                </a:cubicBezTo>
                <a:cubicBezTo>
                  <a:pt x="8427" y="12592"/>
                  <a:pt x="8156" y="12860"/>
                  <a:pt x="8156" y="13193"/>
                </a:cubicBezTo>
                <a:cubicBezTo>
                  <a:pt x="8156" y="20975"/>
                  <a:pt x="8156" y="20975"/>
                  <a:pt x="8156" y="20975"/>
                </a:cubicBezTo>
                <a:cubicBezTo>
                  <a:pt x="8156" y="21307"/>
                  <a:pt x="8427" y="21577"/>
                  <a:pt x="8762" y="21577"/>
                </a:cubicBezTo>
                <a:cubicBezTo>
                  <a:pt x="12760" y="21577"/>
                  <a:pt x="12760" y="21577"/>
                  <a:pt x="12760" y="21577"/>
                </a:cubicBezTo>
                <a:cubicBezTo>
                  <a:pt x="13095" y="21577"/>
                  <a:pt x="13365" y="21307"/>
                  <a:pt x="13365" y="20975"/>
                </a:cubicBezTo>
                <a:cubicBezTo>
                  <a:pt x="13365" y="13193"/>
                  <a:pt x="13365" y="13193"/>
                  <a:pt x="13365" y="13193"/>
                </a:cubicBezTo>
                <a:cubicBezTo>
                  <a:pt x="13365" y="12860"/>
                  <a:pt x="13095" y="12592"/>
                  <a:pt x="12760" y="12592"/>
                </a:cubicBezTo>
                <a:close/>
                <a:moveTo>
                  <a:pt x="12155" y="20375"/>
                </a:moveTo>
                <a:cubicBezTo>
                  <a:pt x="9368" y="20375"/>
                  <a:pt x="9368" y="20375"/>
                  <a:pt x="9368" y="20375"/>
                </a:cubicBezTo>
                <a:cubicBezTo>
                  <a:pt x="9368" y="13794"/>
                  <a:pt x="9368" y="13794"/>
                  <a:pt x="9368" y="13794"/>
                </a:cubicBezTo>
                <a:cubicBezTo>
                  <a:pt x="12155" y="13794"/>
                  <a:pt x="12155" y="13794"/>
                  <a:pt x="12155" y="13794"/>
                </a:cubicBezTo>
                <a:lnTo>
                  <a:pt x="12155" y="20375"/>
                </a:lnTo>
                <a:close/>
                <a:moveTo>
                  <a:pt x="20695" y="7874"/>
                </a:moveTo>
                <a:cubicBezTo>
                  <a:pt x="16668" y="7874"/>
                  <a:pt x="16668" y="7874"/>
                  <a:pt x="16668" y="7874"/>
                </a:cubicBezTo>
                <a:cubicBezTo>
                  <a:pt x="16333" y="7874"/>
                  <a:pt x="16061" y="8144"/>
                  <a:pt x="16061" y="8474"/>
                </a:cubicBezTo>
                <a:cubicBezTo>
                  <a:pt x="16061" y="20975"/>
                  <a:pt x="16061" y="20975"/>
                  <a:pt x="16061" y="20975"/>
                </a:cubicBezTo>
                <a:cubicBezTo>
                  <a:pt x="16061" y="21307"/>
                  <a:pt x="16333" y="21577"/>
                  <a:pt x="16668" y="21577"/>
                </a:cubicBezTo>
                <a:cubicBezTo>
                  <a:pt x="20695" y="21577"/>
                  <a:pt x="20695" y="21577"/>
                  <a:pt x="20695" y="21577"/>
                </a:cubicBezTo>
                <a:cubicBezTo>
                  <a:pt x="21030" y="21577"/>
                  <a:pt x="21302" y="21307"/>
                  <a:pt x="21302" y="20975"/>
                </a:cubicBezTo>
                <a:cubicBezTo>
                  <a:pt x="21302" y="8474"/>
                  <a:pt x="21302" y="8474"/>
                  <a:pt x="21302" y="8474"/>
                </a:cubicBezTo>
                <a:cubicBezTo>
                  <a:pt x="21302" y="8144"/>
                  <a:pt x="21030" y="7874"/>
                  <a:pt x="20695" y="7874"/>
                </a:cubicBezTo>
                <a:close/>
                <a:moveTo>
                  <a:pt x="20090" y="20375"/>
                </a:moveTo>
                <a:cubicBezTo>
                  <a:pt x="17273" y="20375"/>
                  <a:pt x="17273" y="20375"/>
                  <a:pt x="17273" y="20375"/>
                </a:cubicBezTo>
                <a:cubicBezTo>
                  <a:pt x="17273" y="9076"/>
                  <a:pt x="17273" y="9076"/>
                  <a:pt x="17273" y="9076"/>
                </a:cubicBezTo>
                <a:cubicBezTo>
                  <a:pt x="20090" y="9076"/>
                  <a:pt x="20090" y="9076"/>
                  <a:pt x="20090" y="9076"/>
                </a:cubicBezTo>
                <a:lnTo>
                  <a:pt x="20090" y="20375"/>
                </a:lnTo>
                <a:close/>
                <a:moveTo>
                  <a:pt x="4855" y="15506"/>
                </a:moveTo>
                <a:cubicBezTo>
                  <a:pt x="826" y="15506"/>
                  <a:pt x="826" y="15506"/>
                  <a:pt x="826" y="15506"/>
                </a:cubicBezTo>
                <a:cubicBezTo>
                  <a:pt x="491" y="15506"/>
                  <a:pt x="220" y="15776"/>
                  <a:pt x="220" y="16108"/>
                </a:cubicBezTo>
                <a:cubicBezTo>
                  <a:pt x="220" y="20975"/>
                  <a:pt x="220" y="20975"/>
                  <a:pt x="220" y="20975"/>
                </a:cubicBezTo>
                <a:cubicBezTo>
                  <a:pt x="220" y="21307"/>
                  <a:pt x="491" y="21577"/>
                  <a:pt x="826" y="21577"/>
                </a:cubicBezTo>
                <a:cubicBezTo>
                  <a:pt x="4855" y="21577"/>
                  <a:pt x="4855" y="21577"/>
                  <a:pt x="4855" y="21577"/>
                </a:cubicBezTo>
                <a:cubicBezTo>
                  <a:pt x="5188" y="21577"/>
                  <a:pt x="5460" y="21307"/>
                  <a:pt x="5460" y="20975"/>
                </a:cubicBezTo>
                <a:cubicBezTo>
                  <a:pt x="5460" y="16108"/>
                  <a:pt x="5460" y="16108"/>
                  <a:pt x="5460" y="16108"/>
                </a:cubicBezTo>
                <a:cubicBezTo>
                  <a:pt x="5460" y="15776"/>
                  <a:pt x="5188" y="15506"/>
                  <a:pt x="4855" y="15506"/>
                </a:cubicBezTo>
                <a:close/>
                <a:moveTo>
                  <a:pt x="4248" y="20375"/>
                </a:moveTo>
                <a:cubicBezTo>
                  <a:pt x="1431" y="20375"/>
                  <a:pt x="1431" y="20375"/>
                  <a:pt x="1431" y="20375"/>
                </a:cubicBezTo>
                <a:cubicBezTo>
                  <a:pt x="1431" y="16708"/>
                  <a:pt x="1431" y="16708"/>
                  <a:pt x="1431" y="16708"/>
                </a:cubicBezTo>
                <a:cubicBezTo>
                  <a:pt x="4248" y="16708"/>
                  <a:pt x="4248" y="16708"/>
                  <a:pt x="4248" y="16708"/>
                </a:cubicBezTo>
                <a:cubicBezTo>
                  <a:pt x="4248" y="20375"/>
                  <a:pt x="4248" y="20375"/>
                  <a:pt x="4248" y="20375"/>
                </a:cubicBezTo>
                <a:close/>
                <a:moveTo>
                  <a:pt x="21362" y="602"/>
                </a:moveTo>
                <a:cubicBezTo>
                  <a:pt x="21271" y="477"/>
                  <a:pt x="21125" y="399"/>
                  <a:pt x="20969" y="392"/>
                </a:cubicBezTo>
                <a:cubicBezTo>
                  <a:pt x="15456" y="2"/>
                  <a:pt x="15456" y="2"/>
                  <a:pt x="15456" y="2"/>
                </a:cubicBezTo>
                <a:cubicBezTo>
                  <a:pt x="15121" y="-23"/>
                  <a:pt x="14830" y="225"/>
                  <a:pt x="14805" y="557"/>
                </a:cubicBezTo>
                <a:cubicBezTo>
                  <a:pt x="14779" y="889"/>
                  <a:pt x="15031" y="1178"/>
                  <a:pt x="15366" y="1203"/>
                </a:cubicBezTo>
                <a:cubicBezTo>
                  <a:pt x="19267" y="1466"/>
                  <a:pt x="19267" y="1466"/>
                  <a:pt x="19267" y="1466"/>
                </a:cubicBezTo>
                <a:cubicBezTo>
                  <a:pt x="12093" y="7032"/>
                  <a:pt x="12093" y="7032"/>
                  <a:pt x="12093" y="7032"/>
                </a:cubicBezTo>
                <a:cubicBezTo>
                  <a:pt x="6610" y="2766"/>
                  <a:pt x="6610" y="2766"/>
                  <a:pt x="6610" y="2766"/>
                </a:cubicBezTo>
                <a:cubicBezTo>
                  <a:pt x="6376" y="2582"/>
                  <a:pt x="6043" y="2595"/>
                  <a:pt x="5823" y="2795"/>
                </a:cubicBezTo>
                <a:cubicBezTo>
                  <a:pt x="189" y="8145"/>
                  <a:pt x="189" y="8145"/>
                  <a:pt x="189" y="8145"/>
                </a:cubicBezTo>
                <a:cubicBezTo>
                  <a:pt x="-50" y="8369"/>
                  <a:pt x="-64" y="8744"/>
                  <a:pt x="159" y="8985"/>
                </a:cubicBezTo>
                <a:cubicBezTo>
                  <a:pt x="268" y="9125"/>
                  <a:pt x="437" y="9203"/>
                  <a:pt x="614" y="9197"/>
                </a:cubicBezTo>
                <a:cubicBezTo>
                  <a:pt x="773" y="9194"/>
                  <a:pt x="925" y="9130"/>
                  <a:pt x="1037" y="9017"/>
                </a:cubicBezTo>
                <a:cubicBezTo>
                  <a:pt x="6279" y="4027"/>
                  <a:pt x="6279" y="4027"/>
                  <a:pt x="6279" y="4027"/>
                </a:cubicBezTo>
                <a:cubicBezTo>
                  <a:pt x="11700" y="8264"/>
                  <a:pt x="11700" y="8264"/>
                  <a:pt x="11700" y="8264"/>
                </a:cubicBezTo>
                <a:cubicBezTo>
                  <a:pt x="11921" y="8440"/>
                  <a:pt x="12236" y="8440"/>
                  <a:pt x="12457" y="8264"/>
                </a:cubicBezTo>
                <a:cubicBezTo>
                  <a:pt x="20212" y="2278"/>
                  <a:pt x="20212" y="2278"/>
                  <a:pt x="20212" y="2278"/>
                </a:cubicBezTo>
                <a:cubicBezTo>
                  <a:pt x="19908" y="6012"/>
                  <a:pt x="19908" y="6012"/>
                  <a:pt x="19908" y="6012"/>
                </a:cubicBezTo>
                <a:cubicBezTo>
                  <a:pt x="19907" y="6338"/>
                  <a:pt x="20157" y="6611"/>
                  <a:pt x="20484" y="6642"/>
                </a:cubicBezTo>
                <a:cubicBezTo>
                  <a:pt x="20514" y="6642"/>
                  <a:pt x="20514" y="6642"/>
                  <a:pt x="20514" y="6642"/>
                </a:cubicBezTo>
                <a:cubicBezTo>
                  <a:pt x="20827" y="6644"/>
                  <a:pt x="21089" y="6410"/>
                  <a:pt x="21120" y="6101"/>
                </a:cubicBezTo>
                <a:cubicBezTo>
                  <a:pt x="21514" y="1023"/>
                  <a:pt x="21514" y="1023"/>
                  <a:pt x="21514" y="1023"/>
                </a:cubicBezTo>
                <a:cubicBezTo>
                  <a:pt x="21536" y="867"/>
                  <a:pt x="21479" y="709"/>
                  <a:pt x="21362" y="602"/>
                </a:cubicBezTo>
                <a:close/>
              </a:path>
            </a:pathLst>
          </a:custGeom>
          <a:solidFill>
            <a:srgbClr val="3C3C3C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algn="l" defTabSz="2438400">
              <a:defRPr sz="48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256" name="The Pipeline"/>
          <p:cNvSpPr txBox="1"/>
          <p:nvPr>
            <p:ph type="title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5C5C5C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The Pipeline</a:t>
            </a:r>
          </a:p>
        </p:txBody>
      </p:sp>
      <p:pic>
        <p:nvPicPr>
          <p:cNvPr id="257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Immagine" descr="Immagin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09640" y="3257252"/>
            <a:ext cx="1242811" cy="1184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Immagine" descr="Immagin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26478" y="3257252"/>
            <a:ext cx="1252036" cy="118409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2" name="Raggruppa"/>
          <p:cNvGrpSpPr/>
          <p:nvPr/>
        </p:nvGrpSpPr>
        <p:grpSpPr>
          <a:xfrm>
            <a:off x="16207255" y="3609651"/>
            <a:ext cx="991097" cy="1069341"/>
            <a:chOff x="0" y="0"/>
            <a:chExt cx="991095" cy="1069340"/>
          </a:xfrm>
        </p:grpSpPr>
        <p:sp>
          <p:nvSpPr>
            <p:cNvPr id="260" name="Chiave inglese"/>
            <p:cNvSpPr/>
            <p:nvPr/>
          </p:nvSpPr>
          <p:spPr>
            <a:xfrm rot="2040000">
              <a:off x="401282" y="-36039"/>
              <a:ext cx="214682" cy="1123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08" h="21599" fill="norm" stroke="1" extrusionOk="0">
                  <a:moveTo>
                    <a:pt x="7157" y="0"/>
                  </a:moveTo>
                  <a:cubicBezTo>
                    <a:pt x="7038" y="-1"/>
                    <a:pt x="6913" y="5"/>
                    <a:pt x="6800" y="22"/>
                  </a:cubicBezTo>
                  <a:cubicBezTo>
                    <a:pt x="3830" y="453"/>
                    <a:pt x="1671" y="958"/>
                    <a:pt x="738" y="1553"/>
                  </a:cubicBezTo>
                  <a:cubicBezTo>
                    <a:pt x="-373" y="2261"/>
                    <a:pt x="-434" y="2965"/>
                    <a:pt x="1996" y="3488"/>
                  </a:cubicBezTo>
                  <a:cubicBezTo>
                    <a:pt x="2189" y="3529"/>
                    <a:pt x="2400" y="3569"/>
                    <a:pt x="2625" y="3608"/>
                  </a:cubicBezTo>
                  <a:cubicBezTo>
                    <a:pt x="6116" y="4427"/>
                    <a:pt x="6281" y="5073"/>
                    <a:pt x="6281" y="5948"/>
                  </a:cubicBezTo>
                  <a:cubicBezTo>
                    <a:pt x="6281" y="5948"/>
                    <a:pt x="6281" y="13076"/>
                    <a:pt x="6281" y="14901"/>
                  </a:cubicBezTo>
                  <a:cubicBezTo>
                    <a:pt x="6281" y="16620"/>
                    <a:pt x="5982" y="17935"/>
                    <a:pt x="3424" y="18736"/>
                  </a:cubicBezTo>
                  <a:cubicBezTo>
                    <a:pt x="3251" y="18781"/>
                    <a:pt x="3083" y="18829"/>
                    <a:pt x="2931" y="18877"/>
                  </a:cubicBezTo>
                  <a:cubicBezTo>
                    <a:pt x="2928" y="18877"/>
                    <a:pt x="2925" y="18878"/>
                    <a:pt x="2923" y="18878"/>
                  </a:cubicBezTo>
                  <a:cubicBezTo>
                    <a:pt x="2065" y="19152"/>
                    <a:pt x="1571" y="19474"/>
                    <a:pt x="1571" y="19820"/>
                  </a:cubicBezTo>
                  <a:cubicBezTo>
                    <a:pt x="1571" y="20803"/>
                    <a:pt x="5568" y="21599"/>
                    <a:pt x="10498" y="21599"/>
                  </a:cubicBezTo>
                  <a:cubicBezTo>
                    <a:pt x="15428" y="21599"/>
                    <a:pt x="19425" y="20803"/>
                    <a:pt x="19425" y="19820"/>
                  </a:cubicBezTo>
                  <a:cubicBezTo>
                    <a:pt x="19425" y="19421"/>
                    <a:pt x="18763" y="19053"/>
                    <a:pt x="17648" y="18756"/>
                  </a:cubicBezTo>
                  <a:cubicBezTo>
                    <a:pt x="15923" y="18026"/>
                    <a:pt x="14324" y="16516"/>
                    <a:pt x="14324" y="14901"/>
                  </a:cubicBezTo>
                  <a:cubicBezTo>
                    <a:pt x="14324" y="12989"/>
                    <a:pt x="14324" y="6504"/>
                    <a:pt x="14324" y="5653"/>
                  </a:cubicBezTo>
                  <a:cubicBezTo>
                    <a:pt x="14324" y="4814"/>
                    <a:pt x="16530" y="4042"/>
                    <a:pt x="17852" y="3654"/>
                  </a:cubicBezTo>
                  <a:cubicBezTo>
                    <a:pt x="18205" y="3574"/>
                    <a:pt x="18527" y="3487"/>
                    <a:pt x="18821" y="3393"/>
                  </a:cubicBezTo>
                  <a:cubicBezTo>
                    <a:pt x="18822" y="3393"/>
                    <a:pt x="18821" y="3391"/>
                    <a:pt x="18821" y="3391"/>
                  </a:cubicBezTo>
                  <a:cubicBezTo>
                    <a:pt x="19396" y="3207"/>
                    <a:pt x="19864" y="3000"/>
                    <a:pt x="20224" y="2773"/>
                  </a:cubicBezTo>
                  <a:cubicBezTo>
                    <a:pt x="21166" y="2178"/>
                    <a:pt x="20649" y="1502"/>
                    <a:pt x="19399" y="806"/>
                  </a:cubicBezTo>
                  <a:cubicBezTo>
                    <a:pt x="19209" y="700"/>
                    <a:pt x="18452" y="704"/>
                    <a:pt x="18285" y="811"/>
                  </a:cubicBezTo>
                  <a:cubicBezTo>
                    <a:pt x="17326" y="1430"/>
                    <a:pt x="16444" y="2085"/>
                    <a:pt x="15905" y="2427"/>
                  </a:cubicBezTo>
                  <a:cubicBezTo>
                    <a:pt x="14820" y="3115"/>
                    <a:pt x="4218" y="2451"/>
                    <a:pt x="5303" y="1763"/>
                  </a:cubicBezTo>
                  <a:cubicBezTo>
                    <a:pt x="5880" y="1398"/>
                    <a:pt x="6781" y="759"/>
                    <a:pt x="7709" y="150"/>
                  </a:cubicBezTo>
                  <a:cubicBezTo>
                    <a:pt x="7832" y="70"/>
                    <a:pt x="7513" y="2"/>
                    <a:pt x="7157" y="0"/>
                  </a:cubicBezTo>
                  <a:close/>
                  <a:moveTo>
                    <a:pt x="10498" y="18424"/>
                  </a:moveTo>
                  <a:lnTo>
                    <a:pt x="12122" y="18611"/>
                  </a:lnTo>
                  <a:lnTo>
                    <a:pt x="14001" y="18611"/>
                  </a:lnTo>
                  <a:lnTo>
                    <a:pt x="14936" y="18936"/>
                  </a:lnTo>
                  <a:lnTo>
                    <a:pt x="16560" y="19122"/>
                  </a:lnTo>
                  <a:lnTo>
                    <a:pt x="16560" y="19497"/>
                  </a:lnTo>
                  <a:lnTo>
                    <a:pt x="17503" y="19820"/>
                  </a:lnTo>
                  <a:lnTo>
                    <a:pt x="16560" y="20144"/>
                  </a:lnTo>
                  <a:lnTo>
                    <a:pt x="16560" y="20518"/>
                  </a:lnTo>
                  <a:lnTo>
                    <a:pt x="14936" y="20705"/>
                  </a:lnTo>
                  <a:lnTo>
                    <a:pt x="14001" y="21030"/>
                  </a:lnTo>
                  <a:lnTo>
                    <a:pt x="12122" y="21030"/>
                  </a:lnTo>
                  <a:lnTo>
                    <a:pt x="10498" y="21216"/>
                  </a:lnTo>
                  <a:lnTo>
                    <a:pt x="8865" y="21030"/>
                  </a:lnTo>
                  <a:lnTo>
                    <a:pt x="6995" y="21030"/>
                  </a:lnTo>
                  <a:lnTo>
                    <a:pt x="6051" y="20705"/>
                  </a:lnTo>
                  <a:lnTo>
                    <a:pt x="4428" y="20518"/>
                  </a:lnTo>
                  <a:lnTo>
                    <a:pt x="4428" y="20144"/>
                  </a:lnTo>
                  <a:lnTo>
                    <a:pt x="3492" y="19820"/>
                  </a:lnTo>
                  <a:lnTo>
                    <a:pt x="4428" y="19497"/>
                  </a:lnTo>
                  <a:lnTo>
                    <a:pt x="4428" y="19122"/>
                  </a:lnTo>
                  <a:lnTo>
                    <a:pt x="6051" y="18936"/>
                  </a:lnTo>
                  <a:lnTo>
                    <a:pt x="6995" y="18611"/>
                  </a:lnTo>
                  <a:lnTo>
                    <a:pt x="8865" y="18611"/>
                  </a:lnTo>
                  <a:lnTo>
                    <a:pt x="10498" y="18424"/>
                  </a:ln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61" name="Martello"/>
            <p:cNvSpPr/>
            <p:nvPr/>
          </p:nvSpPr>
          <p:spPr>
            <a:xfrm rot="18759401">
              <a:off x="269985" y="121699"/>
              <a:ext cx="451126" cy="9319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4" h="21595" fill="norm" stroke="1" extrusionOk="0">
                  <a:moveTo>
                    <a:pt x="12161" y="5"/>
                  </a:moveTo>
                  <a:cubicBezTo>
                    <a:pt x="7931" y="77"/>
                    <a:pt x="3428" y="850"/>
                    <a:pt x="31" y="3980"/>
                  </a:cubicBezTo>
                  <a:cubicBezTo>
                    <a:pt x="-96" y="4097"/>
                    <a:pt x="199" y="4215"/>
                    <a:pt x="410" y="4130"/>
                  </a:cubicBezTo>
                  <a:cubicBezTo>
                    <a:pt x="2319" y="3363"/>
                    <a:pt x="4025" y="2246"/>
                    <a:pt x="6056" y="2246"/>
                  </a:cubicBezTo>
                  <a:cubicBezTo>
                    <a:pt x="8156" y="2246"/>
                    <a:pt x="8496" y="3611"/>
                    <a:pt x="8496" y="3611"/>
                  </a:cubicBezTo>
                  <a:lnTo>
                    <a:pt x="9038" y="3611"/>
                  </a:lnTo>
                  <a:lnTo>
                    <a:pt x="9038" y="9084"/>
                  </a:lnTo>
                  <a:cubicBezTo>
                    <a:pt x="8731" y="9095"/>
                    <a:pt x="8451" y="9190"/>
                    <a:pt x="8382" y="9337"/>
                  </a:cubicBezTo>
                  <a:cubicBezTo>
                    <a:pt x="7788" y="10594"/>
                    <a:pt x="8323" y="14242"/>
                    <a:pt x="8323" y="16546"/>
                  </a:cubicBezTo>
                  <a:cubicBezTo>
                    <a:pt x="8323" y="18416"/>
                    <a:pt x="8011" y="20381"/>
                    <a:pt x="7864" y="21200"/>
                  </a:cubicBezTo>
                  <a:cubicBezTo>
                    <a:pt x="7827" y="21413"/>
                    <a:pt x="8169" y="21595"/>
                    <a:pt x="8607" y="21595"/>
                  </a:cubicBezTo>
                  <a:lnTo>
                    <a:pt x="12682" y="21595"/>
                  </a:lnTo>
                  <a:cubicBezTo>
                    <a:pt x="13120" y="21595"/>
                    <a:pt x="13466" y="21413"/>
                    <a:pt x="13428" y="21200"/>
                  </a:cubicBezTo>
                  <a:cubicBezTo>
                    <a:pt x="13282" y="20381"/>
                    <a:pt x="12970" y="18416"/>
                    <a:pt x="12970" y="16546"/>
                  </a:cubicBezTo>
                  <a:cubicBezTo>
                    <a:pt x="12970" y="14242"/>
                    <a:pt x="13504" y="10594"/>
                    <a:pt x="12911" y="9337"/>
                  </a:cubicBezTo>
                  <a:cubicBezTo>
                    <a:pt x="12842" y="9190"/>
                    <a:pt x="12561" y="9095"/>
                    <a:pt x="12255" y="9084"/>
                  </a:cubicBezTo>
                  <a:lnTo>
                    <a:pt x="12255" y="3611"/>
                  </a:lnTo>
                  <a:lnTo>
                    <a:pt x="12796" y="3611"/>
                  </a:lnTo>
                  <a:cubicBezTo>
                    <a:pt x="12796" y="3611"/>
                    <a:pt x="13547" y="2180"/>
                    <a:pt x="15941" y="2180"/>
                  </a:cubicBezTo>
                  <a:cubicBezTo>
                    <a:pt x="18334" y="2180"/>
                    <a:pt x="18630" y="2608"/>
                    <a:pt x="18630" y="2608"/>
                  </a:cubicBezTo>
                  <a:lnTo>
                    <a:pt x="21504" y="2608"/>
                  </a:lnTo>
                  <a:lnTo>
                    <a:pt x="21504" y="353"/>
                  </a:lnTo>
                  <a:lnTo>
                    <a:pt x="18592" y="353"/>
                  </a:lnTo>
                  <a:cubicBezTo>
                    <a:pt x="18592" y="353"/>
                    <a:pt x="16383" y="1518"/>
                    <a:pt x="13952" y="14"/>
                  </a:cubicBezTo>
                  <a:cubicBezTo>
                    <a:pt x="13363" y="0"/>
                    <a:pt x="12765" y="-5"/>
                    <a:pt x="12161" y="5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1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Class="entr" nodeType="after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" dur="1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Class="entr" nodeType="after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Class="entr" nodeType="after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0" dur="1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Class="entr" nodeType="after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4" dur="1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Class="entr" nodeType="afterEffect" presetSubtype="1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8" dur="1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Class="entr" nodeType="after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35" presetClass="entr" nodeType="afterEffect" presetSubtype="2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37" dur="1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39" presetClass="entr" nodeType="after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1" dur="1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00"/>
                            </p:stCondLst>
                            <p:childTnLst>
                              <p:par>
                                <p:cTn id="43" presetClass="entr" nodeType="afterEffect" presetSubtype="4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45" dur="1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Class="entr" nodeType="afterEffect" presetSubtype="16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100"/>
                            </p:stCondLst>
                            <p:childTnLst>
                              <p:par>
                                <p:cTn id="52" presetClass="entr" nodeType="after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4" dur="1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00"/>
                            </p:stCondLst>
                            <p:childTnLst>
                              <p:par>
                                <p:cTn id="56" presetClass="entr" nodeType="after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8" dur="1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00"/>
                            </p:stCondLst>
                            <p:childTnLst>
                              <p:par>
                                <p:cTn id="60" presetClass="entr" nodeType="afterEffect" presetSubtype="1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2" dur="1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"/>
                            </p:stCondLst>
                            <p:childTnLst>
                              <p:par>
                                <p:cTn id="64" presetClass="entr" nodeType="afterEffect" presetSubtype="16" presetID="23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Class="entr" nodeType="afterEffect" presetSubtype="2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71" dur="1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600"/>
                            </p:stCondLst>
                            <p:childTnLst>
                              <p:par>
                                <p:cTn id="73" presetClass="entr" nodeType="after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5" dur="1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700"/>
                            </p:stCondLst>
                            <p:childTnLst>
                              <p:par>
                                <p:cTn id="77" presetClass="entr" nodeType="afterEffect" presetSubtype="4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9" dur="1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800"/>
                            </p:stCondLst>
                            <p:childTnLst>
                              <p:par>
                                <p:cTn id="81" presetClass="entr" nodeType="afterEffect" presetSubtype="16" presetID="23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900"/>
                            </p:stCondLst>
                            <p:childTnLst>
                              <p:par>
                                <p:cTn id="86" presetClass="entr" nodeType="afterEffect" presetSubtype="8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8" dur="1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Class="entr" nodeType="afterEffect" presetSubtype="8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2" dur="1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00"/>
                            </p:stCondLst>
                            <p:childTnLst>
                              <p:par>
                                <p:cTn id="94" presetClass="entr" nodeType="afterEffect" presetSubtype="1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96" dur="1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200"/>
                            </p:stCondLst>
                            <p:childTnLst>
                              <p:par>
                                <p:cTn id="98" presetClass="entr" nodeType="afterEffect" presetSubtype="16" presetID="23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103" presetClass="entr" nodeType="afterEffect" presetSubtype="2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05" dur="1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0" grpId="22"/>
      <p:bldP build="whole" bldLvl="1" animBg="1" rev="0" advAuto="0" spid="247" grpId="24"/>
      <p:bldP build="whole" bldLvl="1" animBg="1" rev="0" advAuto="0" spid="245" grpId="10"/>
      <p:bldP build="whole" bldLvl="1" animBg="1" rev="0" advAuto="0" spid="262" grpId="19"/>
      <p:bldP build="whole" bldLvl="1" animBg="1" rev="0" advAuto="0" spid="249" grpId="8"/>
      <p:bldP build="whole" bldLvl="1" animBg="1" rev="0" advAuto="0" spid="225" grpId="1"/>
      <p:bldP build="whole" bldLvl="1" animBg="1" rev="0" advAuto="0" spid="237" grpId="17"/>
      <p:bldP build="whole" bldLvl="1" animBg="1" rev="0" advAuto="0" spid="241" grpId="4"/>
      <p:bldP build="whole" bldLvl="1" animBg="1" rev="0" advAuto="0" spid="259" grpId="11"/>
      <p:bldP build="whole" bldLvl="1" animBg="1" rev="0" advAuto="0" spid="255" grpId="23"/>
      <p:bldP build="whole" bldLvl="1" animBg="1" rev="0" advAuto="0" spid="251" grpId="14"/>
      <p:bldP build="whole" bldLvl="1" animBg="1" rev="0" advAuto="0" spid="258" grpId="3"/>
      <p:bldP build="whole" bldLvl="1" animBg="1" rev="0" advAuto="0" spid="243" grpId="20"/>
      <p:bldP build="whole" bldLvl="1" animBg="1" rev="0" advAuto="0" spid="254" grpId="7"/>
      <p:bldP build="whole" bldLvl="1" animBg="1" rev="0" advAuto="0" spid="231" grpId="9"/>
      <p:bldP build="whole" bldLvl="1" animBg="1" rev="0" advAuto="0" spid="234" grpId="13"/>
      <p:bldP build="whole" bldLvl="1" animBg="1" rev="0" advAuto="0" spid="246" grpId="18"/>
      <p:bldP build="whole" bldLvl="1" animBg="1" rev="0" advAuto="0" spid="253" grpId="15"/>
      <p:bldP build="whole" bldLvl="1" animBg="1" rev="0" advAuto="0" spid="252" grpId="6"/>
      <p:bldP build="whole" bldLvl="1" animBg="1" rev="0" advAuto="0" spid="242" grpId="12"/>
      <p:bldP build="whole" bldLvl="1" animBg="1" rev="0" advAuto="0" spid="228" grpId="5"/>
      <p:bldP build="whole" bldLvl="1" animBg="1" rev="0" advAuto="0" spid="248" grpId="16"/>
      <p:bldP build="whole" bldLvl="1" animBg="1" rev="0" advAuto="0" spid="244" grpId="2"/>
      <p:bldP build="whole" bldLvl="1" animBg="1" rev="0" advAuto="0" spid="240" grpId="2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sul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5C5C5C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Results</a:t>
            </a:r>
          </a:p>
        </p:txBody>
      </p:sp>
      <p:pic>
        <p:nvPicPr>
          <p:cNvPr id="265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2" name="Raggruppa"/>
          <p:cNvGrpSpPr/>
          <p:nvPr/>
        </p:nvGrpSpPr>
        <p:grpSpPr>
          <a:xfrm>
            <a:off x="2647495" y="4522351"/>
            <a:ext cx="6987976" cy="4639997"/>
            <a:chOff x="0" y="0"/>
            <a:chExt cx="6987975" cy="4639996"/>
          </a:xfrm>
        </p:grpSpPr>
        <p:grpSp>
          <p:nvGrpSpPr>
            <p:cNvPr id="270" name="Raggruppa"/>
            <p:cNvGrpSpPr/>
            <p:nvPr/>
          </p:nvGrpSpPr>
          <p:grpSpPr>
            <a:xfrm>
              <a:off x="0" y="0"/>
              <a:ext cx="6987976" cy="4639997"/>
              <a:chOff x="0" y="0"/>
              <a:chExt cx="6987975" cy="4639996"/>
            </a:xfrm>
          </p:grpSpPr>
          <p:grpSp>
            <p:nvGrpSpPr>
              <p:cNvPr id="268" name="Group 53"/>
              <p:cNvGrpSpPr/>
              <p:nvPr/>
            </p:nvGrpSpPr>
            <p:grpSpPr>
              <a:xfrm>
                <a:off x="1519087" y="0"/>
                <a:ext cx="4061251" cy="3876371"/>
                <a:chOff x="0" y="0"/>
                <a:chExt cx="4061250" cy="3876370"/>
              </a:xfrm>
            </p:grpSpPr>
            <p:sp>
              <p:nvSpPr>
                <p:cNvPr id="266" name="Rounded Rectangle 7"/>
                <p:cNvSpPr/>
                <p:nvPr/>
              </p:nvSpPr>
              <p:spPr>
                <a:xfrm>
                  <a:off x="0" y="-1"/>
                  <a:ext cx="4061251" cy="3461647"/>
                </a:xfrm>
                <a:prstGeom prst="roundRect">
                  <a:avLst>
                    <a:gd name="adj" fmla="val 10163"/>
                  </a:avLst>
                </a:prstGeom>
                <a:solidFill>
                  <a:srgbClr val="2CC6D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defTabSz="914400">
                    <a:defRPr sz="10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defRPr>
                  </a:pPr>
                </a:p>
              </p:txBody>
            </p:sp>
            <p:sp>
              <p:nvSpPr>
                <p:cNvPr id="267" name="Isosceles Triangle 46"/>
                <p:cNvSpPr/>
                <p:nvPr/>
              </p:nvSpPr>
              <p:spPr>
                <a:xfrm rot="10800000">
                  <a:off x="1652633" y="3441461"/>
                  <a:ext cx="755988" cy="434910"/>
                </a:xfrm>
                <a:prstGeom prst="triangle">
                  <a:avLst/>
                </a:prstGeom>
                <a:solidFill>
                  <a:srgbClr val="2CC6D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defTabSz="914400">
                    <a:defRPr sz="10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defRPr>
                  </a:pPr>
                </a:p>
              </p:txBody>
            </p:sp>
          </p:grpSp>
          <p:sp>
            <p:nvSpPr>
              <p:cNvPr id="269" name="Inhaltsplatzhalter 4"/>
              <p:cNvSpPr/>
              <p:nvPr/>
            </p:nvSpPr>
            <p:spPr>
              <a:xfrm>
                <a:off x="0" y="4639996"/>
                <a:ext cx="698797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defTabSz="914400">
                  <a:lnSpc>
                    <a:spcPct val="140000"/>
                  </a:lnSpc>
                  <a:spcBef>
                    <a:spcPts val="600"/>
                  </a:spcBef>
                  <a:defRPr b="1" sz="3600">
                    <a:solidFill>
                      <a:srgbClr val="2CC6D2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</a:lstStyle>
              <a:p>
                <a:pPr/>
                <a:r>
                  <a:t>Follow Network</a:t>
                </a:r>
              </a:p>
            </p:txBody>
          </p:sp>
        </p:grpSp>
        <p:pic>
          <p:nvPicPr>
            <p:cNvPr id="271" name="Immagine" descr="Immagin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418297" y="604648"/>
              <a:ext cx="2151381" cy="2151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79" name="Raggruppa"/>
          <p:cNvGrpSpPr/>
          <p:nvPr/>
        </p:nvGrpSpPr>
        <p:grpSpPr>
          <a:xfrm>
            <a:off x="8698012" y="4525023"/>
            <a:ext cx="6987976" cy="4637325"/>
            <a:chOff x="0" y="0"/>
            <a:chExt cx="6987975" cy="4637324"/>
          </a:xfrm>
        </p:grpSpPr>
        <p:grpSp>
          <p:nvGrpSpPr>
            <p:cNvPr id="277" name="Raggruppa"/>
            <p:cNvGrpSpPr/>
            <p:nvPr/>
          </p:nvGrpSpPr>
          <p:grpSpPr>
            <a:xfrm>
              <a:off x="0" y="-1"/>
              <a:ext cx="6987976" cy="4637326"/>
              <a:chOff x="0" y="0"/>
              <a:chExt cx="6987975" cy="4637324"/>
            </a:xfrm>
          </p:grpSpPr>
          <p:grpSp>
            <p:nvGrpSpPr>
              <p:cNvPr id="275" name="Group 60"/>
              <p:cNvGrpSpPr/>
              <p:nvPr/>
            </p:nvGrpSpPr>
            <p:grpSpPr>
              <a:xfrm>
                <a:off x="1464763" y="-1"/>
                <a:ext cx="4058452" cy="3873700"/>
                <a:chOff x="0" y="0"/>
                <a:chExt cx="4058450" cy="3873698"/>
              </a:xfrm>
            </p:grpSpPr>
            <p:sp>
              <p:nvSpPr>
                <p:cNvPr id="273" name="Rounded Rectangle 7"/>
                <p:cNvSpPr/>
                <p:nvPr/>
              </p:nvSpPr>
              <p:spPr>
                <a:xfrm>
                  <a:off x="0" y="-1"/>
                  <a:ext cx="4058451" cy="3459261"/>
                </a:xfrm>
                <a:prstGeom prst="roundRect">
                  <a:avLst>
                    <a:gd name="adj" fmla="val 10163"/>
                  </a:avLst>
                </a:prstGeom>
                <a:solidFill>
                  <a:srgbClr val="0DAAE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defTabSz="914400">
                    <a:defRPr sz="10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defRPr>
                  </a:pPr>
                </a:p>
              </p:txBody>
            </p:sp>
            <p:sp>
              <p:nvSpPr>
                <p:cNvPr id="274" name="Isosceles Triangle 63"/>
                <p:cNvSpPr/>
                <p:nvPr/>
              </p:nvSpPr>
              <p:spPr>
                <a:xfrm rot="10800000">
                  <a:off x="1651493" y="3439089"/>
                  <a:ext cx="755467" cy="434610"/>
                </a:xfrm>
                <a:prstGeom prst="triangle">
                  <a:avLst/>
                </a:prstGeom>
                <a:solidFill>
                  <a:srgbClr val="0DAAE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defTabSz="914400">
                    <a:defRPr sz="10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defRPr>
                  </a:pPr>
                </a:p>
              </p:txBody>
            </p:sp>
          </p:grpSp>
          <p:sp>
            <p:nvSpPr>
              <p:cNvPr id="276" name="Inhaltsplatzhalter 4"/>
              <p:cNvSpPr/>
              <p:nvPr/>
            </p:nvSpPr>
            <p:spPr>
              <a:xfrm>
                <a:off x="0" y="4637324"/>
                <a:ext cx="698797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defTabSz="914400">
                  <a:lnSpc>
                    <a:spcPct val="140000"/>
                  </a:lnSpc>
                  <a:spcBef>
                    <a:spcPts val="600"/>
                  </a:spcBef>
                  <a:defRPr b="1" sz="3600">
                    <a:solidFill>
                      <a:srgbClr val="0DAAE9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</a:lstStyle>
              <a:p>
                <a:pPr>
                  <a:defRPr>
                    <a:solidFill>
                      <a:srgbClr val="2CC6D2"/>
                    </a:solidFill>
                  </a:defRPr>
                </a:pPr>
                <a:r>
                  <a:rPr>
                    <a:solidFill>
                      <a:srgbClr val="0DAAE9"/>
                    </a:solidFill>
                  </a:rPr>
                  <a:t>Post Collection</a:t>
                </a:r>
              </a:p>
            </p:txBody>
          </p:sp>
        </p:grpSp>
        <p:sp>
          <p:nvSpPr>
            <p:cNvPr id="278" name="Documento di testo"/>
            <p:cNvSpPr/>
            <p:nvPr/>
          </p:nvSpPr>
          <p:spPr>
            <a:xfrm>
              <a:off x="2846591" y="839297"/>
              <a:ext cx="1294793" cy="1676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7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pSp>
        <p:nvGrpSpPr>
          <p:cNvPr id="290" name="Raggruppa"/>
          <p:cNvGrpSpPr/>
          <p:nvPr/>
        </p:nvGrpSpPr>
        <p:grpSpPr>
          <a:xfrm>
            <a:off x="14748529" y="4525023"/>
            <a:ext cx="6987976" cy="4637326"/>
            <a:chOff x="0" y="0"/>
            <a:chExt cx="6987975" cy="4637325"/>
          </a:xfrm>
        </p:grpSpPr>
        <p:grpSp>
          <p:nvGrpSpPr>
            <p:cNvPr id="284" name="Raggruppa"/>
            <p:cNvGrpSpPr/>
            <p:nvPr/>
          </p:nvGrpSpPr>
          <p:grpSpPr>
            <a:xfrm>
              <a:off x="0" y="-1"/>
              <a:ext cx="6987976" cy="4637327"/>
              <a:chOff x="0" y="0"/>
              <a:chExt cx="6987975" cy="4637325"/>
            </a:xfrm>
          </p:grpSpPr>
          <p:grpSp>
            <p:nvGrpSpPr>
              <p:cNvPr id="282" name="Group 66"/>
              <p:cNvGrpSpPr/>
              <p:nvPr/>
            </p:nvGrpSpPr>
            <p:grpSpPr>
              <a:xfrm>
                <a:off x="1501402" y="-1"/>
                <a:ext cx="4058452" cy="3873700"/>
                <a:chOff x="0" y="0"/>
                <a:chExt cx="4058450" cy="3873698"/>
              </a:xfrm>
            </p:grpSpPr>
            <p:sp>
              <p:nvSpPr>
                <p:cNvPr id="280" name="Rounded Rectangle 7"/>
                <p:cNvSpPr/>
                <p:nvPr/>
              </p:nvSpPr>
              <p:spPr>
                <a:xfrm>
                  <a:off x="0" y="-1"/>
                  <a:ext cx="4058451" cy="3459261"/>
                </a:xfrm>
                <a:prstGeom prst="roundRect">
                  <a:avLst>
                    <a:gd name="adj" fmla="val 10163"/>
                  </a:avLst>
                </a:prstGeom>
                <a:solidFill>
                  <a:srgbClr val="4CC89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defTabSz="914400">
                    <a:defRPr sz="10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defRPr>
                  </a:pPr>
                </a:p>
              </p:txBody>
            </p:sp>
            <p:sp>
              <p:nvSpPr>
                <p:cNvPr id="281" name="Isosceles Triangle 69"/>
                <p:cNvSpPr/>
                <p:nvPr/>
              </p:nvSpPr>
              <p:spPr>
                <a:xfrm rot="10800000">
                  <a:off x="1651494" y="3439089"/>
                  <a:ext cx="755466" cy="434610"/>
                </a:xfrm>
                <a:prstGeom prst="triangle">
                  <a:avLst/>
                </a:prstGeom>
                <a:solidFill>
                  <a:srgbClr val="4CC89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defTabSz="914400">
                    <a:defRPr sz="10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defRPr>
                  </a:pPr>
                </a:p>
              </p:txBody>
            </p:sp>
          </p:grpSp>
          <p:sp>
            <p:nvSpPr>
              <p:cNvPr id="283" name="Inhaltsplatzhalter 4"/>
              <p:cNvSpPr/>
              <p:nvPr/>
            </p:nvSpPr>
            <p:spPr>
              <a:xfrm>
                <a:off x="0" y="4637325"/>
                <a:ext cx="698797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1" defTabSz="914400">
                  <a:lnSpc>
                    <a:spcPct val="140000"/>
                  </a:lnSpc>
                  <a:spcBef>
                    <a:spcPts val="600"/>
                  </a:spcBef>
                  <a:defRPr b="1" sz="3600">
                    <a:solidFill>
                      <a:srgbClr val="4CC89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Feed Collections</a:t>
                </a:r>
                <a:endParaRPr b="0">
                  <a:solidFill>
                    <a:srgbClr val="5C5C5C"/>
                  </a:solidFill>
                </a:endParaRPr>
              </a:p>
            </p:txBody>
          </p:sp>
        </p:grpSp>
        <p:sp>
          <p:nvSpPr>
            <p:cNvPr id="285" name="Cinepresa"/>
            <p:cNvSpPr/>
            <p:nvPr/>
          </p:nvSpPr>
          <p:spPr>
            <a:xfrm>
              <a:off x="2179643" y="315679"/>
              <a:ext cx="812801" cy="14595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91" y="0"/>
                  </a:moveTo>
                  <a:cubicBezTo>
                    <a:pt x="2011" y="0"/>
                    <a:pt x="0" y="1120"/>
                    <a:pt x="0" y="2501"/>
                  </a:cubicBezTo>
                  <a:cubicBezTo>
                    <a:pt x="0" y="3422"/>
                    <a:pt x="896" y="4224"/>
                    <a:pt x="2227" y="4658"/>
                  </a:cubicBezTo>
                  <a:cubicBezTo>
                    <a:pt x="1928" y="4864"/>
                    <a:pt x="1748" y="5126"/>
                    <a:pt x="1748" y="5410"/>
                  </a:cubicBezTo>
                  <a:lnTo>
                    <a:pt x="1748" y="9410"/>
                  </a:lnTo>
                  <a:cubicBezTo>
                    <a:pt x="1748" y="10070"/>
                    <a:pt x="2719" y="10613"/>
                    <a:pt x="3906" y="10613"/>
                  </a:cubicBezTo>
                  <a:lnTo>
                    <a:pt x="8012" y="10613"/>
                  </a:lnTo>
                  <a:lnTo>
                    <a:pt x="312" y="21546"/>
                  </a:lnTo>
                  <a:lnTo>
                    <a:pt x="1848" y="21546"/>
                  </a:lnTo>
                  <a:lnTo>
                    <a:pt x="8918" y="11618"/>
                  </a:lnTo>
                  <a:lnTo>
                    <a:pt x="8933" y="21600"/>
                  </a:lnTo>
                  <a:lnTo>
                    <a:pt x="10445" y="21600"/>
                  </a:lnTo>
                  <a:lnTo>
                    <a:pt x="10430" y="11699"/>
                  </a:lnTo>
                  <a:lnTo>
                    <a:pt x="17433" y="21546"/>
                  </a:lnTo>
                  <a:lnTo>
                    <a:pt x="19061" y="21546"/>
                  </a:lnTo>
                  <a:lnTo>
                    <a:pt x="11285" y="10613"/>
                  </a:lnTo>
                  <a:lnTo>
                    <a:pt x="15297" y="10613"/>
                  </a:lnTo>
                  <a:cubicBezTo>
                    <a:pt x="16484" y="10613"/>
                    <a:pt x="17455" y="10072"/>
                    <a:pt x="17455" y="9411"/>
                  </a:cubicBezTo>
                  <a:lnTo>
                    <a:pt x="17455" y="8659"/>
                  </a:lnTo>
                  <a:lnTo>
                    <a:pt x="17588" y="8701"/>
                  </a:lnTo>
                  <a:lnTo>
                    <a:pt x="21600" y="9990"/>
                  </a:lnTo>
                  <a:lnTo>
                    <a:pt x="21600" y="7410"/>
                  </a:lnTo>
                  <a:lnTo>
                    <a:pt x="21600" y="4830"/>
                  </a:lnTo>
                  <a:lnTo>
                    <a:pt x="17588" y="6121"/>
                  </a:lnTo>
                  <a:lnTo>
                    <a:pt x="17455" y="6163"/>
                  </a:lnTo>
                  <a:lnTo>
                    <a:pt x="17455" y="5410"/>
                  </a:lnTo>
                  <a:cubicBezTo>
                    <a:pt x="17455" y="5075"/>
                    <a:pt x="17202" y="4771"/>
                    <a:pt x="16800" y="4553"/>
                  </a:cubicBezTo>
                  <a:cubicBezTo>
                    <a:pt x="17965" y="4101"/>
                    <a:pt x="18730" y="3351"/>
                    <a:pt x="18730" y="2501"/>
                  </a:cubicBezTo>
                  <a:cubicBezTo>
                    <a:pt x="18730" y="1120"/>
                    <a:pt x="16719" y="0"/>
                    <a:pt x="14239" y="0"/>
                  </a:cubicBezTo>
                  <a:cubicBezTo>
                    <a:pt x="11760" y="0"/>
                    <a:pt x="9748" y="1120"/>
                    <a:pt x="9748" y="2501"/>
                  </a:cubicBezTo>
                  <a:cubicBezTo>
                    <a:pt x="9748" y="3162"/>
                    <a:pt x="10213" y="3761"/>
                    <a:pt x="10967" y="4209"/>
                  </a:cubicBezTo>
                  <a:lnTo>
                    <a:pt x="7764" y="4209"/>
                  </a:lnTo>
                  <a:cubicBezTo>
                    <a:pt x="8517" y="3761"/>
                    <a:pt x="8979" y="3162"/>
                    <a:pt x="8979" y="2501"/>
                  </a:cubicBezTo>
                  <a:cubicBezTo>
                    <a:pt x="8979" y="1120"/>
                    <a:pt x="6971" y="0"/>
                    <a:pt x="449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6" name="Beuta"/>
            <p:cNvSpPr/>
            <p:nvPr/>
          </p:nvSpPr>
          <p:spPr>
            <a:xfrm>
              <a:off x="3207136" y="1101992"/>
              <a:ext cx="812801" cy="1170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4" h="21600" fill="norm" stroke="1" extrusionOk="0">
                  <a:moveTo>
                    <a:pt x="7609" y="0"/>
                  </a:moveTo>
                  <a:cubicBezTo>
                    <a:pt x="7178" y="0"/>
                    <a:pt x="6826" y="248"/>
                    <a:pt x="6826" y="552"/>
                  </a:cubicBezTo>
                  <a:cubicBezTo>
                    <a:pt x="6826" y="856"/>
                    <a:pt x="7178" y="1104"/>
                    <a:pt x="7609" y="1104"/>
                  </a:cubicBezTo>
                  <a:lnTo>
                    <a:pt x="7978" y="1104"/>
                  </a:lnTo>
                  <a:lnTo>
                    <a:pt x="7978" y="5587"/>
                  </a:lnTo>
                  <a:lnTo>
                    <a:pt x="53" y="20785"/>
                  </a:lnTo>
                  <a:cubicBezTo>
                    <a:pt x="-153" y="21181"/>
                    <a:pt x="264" y="21600"/>
                    <a:pt x="863" y="21600"/>
                  </a:cubicBezTo>
                  <a:lnTo>
                    <a:pt x="20433" y="21600"/>
                  </a:lnTo>
                  <a:cubicBezTo>
                    <a:pt x="21032" y="21600"/>
                    <a:pt x="21447" y="21181"/>
                    <a:pt x="21241" y="20785"/>
                  </a:cubicBezTo>
                  <a:lnTo>
                    <a:pt x="13318" y="5587"/>
                  </a:lnTo>
                  <a:lnTo>
                    <a:pt x="13318" y="1104"/>
                  </a:lnTo>
                  <a:lnTo>
                    <a:pt x="13687" y="1104"/>
                  </a:lnTo>
                  <a:cubicBezTo>
                    <a:pt x="14119" y="1104"/>
                    <a:pt x="14470" y="856"/>
                    <a:pt x="14470" y="552"/>
                  </a:cubicBezTo>
                  <a:cubicBezTo>
                    <a:pt x="14470" y="248"/>
                    <a:pt x="14119" y="0"/>
                    <a:pt x="13687" y="0"/>
                  </a:cubicBezTo>
                  <a:lnTo>
                    <a:pt x="7609" y="0"/>
                  </a:lnTo>
                  <a:close/>
                  <a:moveTo>
                    <a:pt x="9109" y="7347"/>
                  </a:moveTo>
                  <a:lnTo>
                    <a:pt x="12202" y="7347"/>
                  </a:lnTo>
                  <a:lnTo>
                    <a:pt x="12202" y="7725"/>
                  </a:lnTo>
                  <a:lnTo>
                    <a:pt x="9109" y="7725"/>
                  </a:lnTo>
                  <a:lnTo>
                    <a:pt x="9109" y="7347"/>
                  </a:lnTo>
                  <a:close/>
                  <a:moveTo>
                    <a:pt x="10498" y="8383"/>
                  </a:moveTo>
                  <a:lnTo>
                    <a:pt x="12199" y="8383"/>
                  </a:lnTo>
                  <a:lnTo>
                    <a:pt x="12199" y="8761"/>
                  </a:lnTo>
                  <a:lnTo>
                    <a:pt x="10498" y="8761"/>
                  </a:lnTo>
                  <a:lnTo>
                    <a:pt x="10498" y="8383"/>
                  </a:lnTo>
                  <a:close/>
                  <a:moveTo>
                    <a:pt x="10498" y="9420"/>
                  </a:moveTo>
                  <a:lnTo>
                    <a:pt x="12199" y="9420"/>
                  </a:lnTo>
                  <a:lnTo>
                    <a:pt x="12199" y="9798"/>
                  </a:lnTo>
                  <a:lnTo>
                    <a:pt x="10498" y="9798"/>
                  </a:lnTo>
                  <a:lnTo>
                    <a:pt x="10498" y="9420"/>
                  </a:lnTo>
                  <a:close/>
                  <a:moveTo>
                    <a:pt x="10496" y="10457"/>
                  </a:moveTo>
                  <a:lnTo>
                    <a:pt x="12197" y="10457"/>
                  </a:lnTo>
                  <a:lnTo>
                    <a:pt x="12197" y="10834"/>
                  </a:lnTo>
                  <a:lnTo>
                    <a:pt x="10496" y="10834"/>
                  </a:lnTo>
                  <a:lnTo>
                    <a:pt x="10496" y="10457"/>
                  </a:lnTo>
                  <a:close/>
                  <a:moveTo>
                    <a:pt x="9104" y="11494"/>
                  </a:moveTo>
                  <a:lnTo>
                    <a:pt x="12197" y="11494"/>
                  </a:lnTo>
                  <a:lnTo>
                    <a:pt x="12197" y="11870"/>
                  </a:lnTo>
                  <a:lnTo>
                    <a:pt x="9104" y="11870"/>
                  </a:lnTo>
                  <a:lnTo>
                    <a:pt x="9104" y="11494"/>
                  </a:lnTo>
                  <a:close/>
                  <a:moveTo>
                    <a:pt x="10494" y="12530"/>
                  </a:moveTo>
                  <a:lnTo>
                    <a:pt x="12195" y="12530"/>
                  </a:lnTo>
                  <a:lnTo>
                    <a:pt x="12195" y="12906"/>
                  </a:lnTo>
                  <a:lnTo>
                    <a:pt x="10494" y="12906"/>
                  </a:lnTo>
                  <a:lnTo>
                    <a:pt x="10494" y="12530"/>
                  </a:lnTo>
                  <a:close/>
                  <a:moveTo>
                    <a:pt x="10494" y="13566"/>
                  </a:moveTo>
                  <a:lnTo>
                    <a:pt x="12195" y="13566"/>
                  </a:lnTo>
                  <a:lnTo>
                    <a:pt x="12195" y="13944"/>
                  </a:lnTo>
                  <a:lnTo>
                    <a:pt x="10494" y="13944"/>
                  </a:lnTo>
                  <a:lnTo>
                    <a:pt x="10494" y="13566"/>
                  </a:lnTo>
                  <a:close/>
                  <a:moveTo>
                    <a:pt x="10491" y="14602"/>
                  </a:moveTo>
                  <a:lnTo>
                    <a:pt x="12195" y="14602"/>
                  </a:lnTo>
                  <a:lnTo>
                    <a:pt x="12192" y="14980"/>
                  </a:lnTo>
                  <a:lnTo>
                    <a:pt x="10491" y="14980"/>
                  </a:lnTo>
                  <a:lnTo>
                    <a:pt x="10491" y="14602"/>
                  </a:lnTo>
                  <a:close/>
                  <a:moveTo>
                    <a:pt x="9099" y="15638"/>
                  </a:moveTo>
                  <a:lnTo>
                    <a:pt x="12192" y="15638"/>
                  </a:lnTo>
                  <a:lnTo>
                    <a:pt x="12192" y="16016"/>
                  </a:lnTo>
                  <a:lnTo>
                    <a:pt x="9099" y="16016"/>
                  </a:lnTo>
                  <a:lnTo>
                    <a:pt x="9099" y="15638"/>
                  </a:lnTo>
                  <a:close/>
                  <a:moveTo>
                    <a:pt x="10489" y="16674"/>
                  </a:moveTo>
                  <a:lnTo>
                    <a:pt x="12192" y="16674"/>
                  </a:lnTo>
                  <a:lnTo>
                    <a:pt x="12190" y="17052"/>
                  </a:lnTo>
                  <a:lnTo>
                    <a:pt x="10489" y="17052"/>
                  </a:lnTo>
                  <a:lnTo>
                    <a:pt x="10489" y="16674"/>
                  </a:lnTo>
                  <a:close/>
                  <a:moveTo>
                    <a:pt x="10489" y="17710"/>
                  </a:moveTo>
                  <a:lnTo>
                    <a:pt x="12190" y="17710"/>
                  </a:lnTo>
                  <a:lnTo>
                    <a:pt x="12190" y="18088"/>
                  </a:lnTo>
                  <a:lnTo>
                    <a:pt x="10489" y="18088"/>
                  </a:lnTo>
                  <a:lnTo>
                    <a:pt x="10489" y="17710"/>
                  </a:lnTo>
                  <a:close/>
                  <a:moveTo>
                    <a:pt x="10489" y="18746"/>
                  </a:moveTo>
                  <a:lnTo>
                    <a:pt x="12190" y="18746"/>
                  </a:lnTo>
                  <a:lnTo>
                    <a:pt x="12187" y="19124"/>
                  </a:lnTo>
                  <a:lnTo>
                    <a:pt x="10486" y="19124"/>
                  </a:lnTo>
                  <a:lnTo>
                    <a:pt x="10489" y="18746"/>
                  </a:lnTo>
                  <a:close/>
                  <a:moveTo>
                    <a:pt x="9095" y="19783"/>
                  </a:moveTo>
                  <a:lnTo>
                    <a:pt x="12187" y="19783"/>
                  </a:lnTo>
                  <a:lnTo>
                    <a:pt x="12187" y="20161"/>
                  </a:lnTo>
                  <a:lnTo>
                    <a:pt x="9095" y="20161"/>
                  </a:lnTo>
                  <a:lnTo>
                    <a:pt x="9095" y="19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7" name="Globo con Africa"/>
            <p:cNvSpPr/>
            <p:nvPr/>
          </p:nvSpPr>
          <p:spPr>
            <a:xfrm>
              <a:off x="4234628" y="639065"/>
              <a:ext cx="812801" cy="812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554" y="656"/>
                  </a:moveTo>
                  <a:cubicBezTo>
                    <a:pt x="11483" y="634"/>
                    <a:pt x="12384" y="740"/>
                    <a:pt x="13243" y="952"/>
                  </a:cubicBezTo>
                  <a:cubicBezTo>
                    <a:pt x="13374" y="984"/>
                    <a:pt x="13466" y="1100"/>
                    <a:pt x="13466" y="1234"/>
                  </a:cubicBezTo>
                  <a:lnTo>
                    <a:pt x="13466" y="1559"/>
                  </a:lnTo>
                  <a:cubicBezTo>
                    <a:pt x="13466" y="1739"/>
                    <a:pt x="13360" y="1901"/>
                    <a:pt x="13196" y="1974"/>
                  </a:cubicBezTo>
                  <a:lnTo>
                    <a:pt x="12422" y="2322"/>
                  </a:lnTo>
                  <a:cubicBezTo>
                    <a:pt x="12262" y="2394"/>
                    <a:pt x="12082" y="2409"/>
                    <a:pt x="11912" y="2366"/>
                  </a:cubicBezTo>
                  <a:lnTo>
                    <a:pt x="11083" y="2153"/>
                  </a:lnTo>
                  <a:cubicBezTo>
                    <a:pt x="10937" y="2115"/>
                    <a:pt x="10782" y="2126"/>
                    <a:pt x="10643" y="2185"/>
                  </a:cubicBezTo>
                  <a:lnTo>
                    <a:pt x="9219" y="2783"/>
                  </a:lnTo>
                  <a:cubicBezTo>
                    <a:pt x="9085" y="2839"/>
                    <a:pt x="8974" y="2940"/>
                    <a:pt x="8905" y="3068"/>
                  </a:cubicBezTo>
                  <a:lnTo>
                    <a:pt x="8756" y="3348"/>
                  </a:lnTo>
                  <a:cubicBezTo>
                    <a:pt x="8699" y="3457"/>
                    <a:pt x="8761" y="3590"/>
                    <a:pt x="8881" y="3618"/>
                  </a:cubicBezTo>
                  <a:lnTo>
                    <a:pt x="8966" y="3638"/>
                  </a:lnTo>
                  <a:cubicBezTo>
                    <a:pt x="9019" y="3650"/>
                    <a:pt x="9068" y="3678"/>
                    <a:pt x="9106" y="3718"/>
                  </a:cubicBezTo>
                  <a:lnTo>
                    <a:pt x="9160" y="3777"/>
                  </a:lnTo>
                  <a:cubicBezTo>
                    <a:pt x="9265" y="3889"/>
                    <a:pt x="9431" y="3923"/>
                    <a:pt x="9572" y="3861"/>
                  </a:cubicBezTo>
                  <a:lnTo>
                    <a:pt x="9673" y="3817"/>
                  </a:lnTo>
                  <a:cubicBezTo>
                    <a:pt x="9777" y="3771"/>
                    <a:pt x="9847" y="3672"/>
                    <a:pt x="9858" y="3559"/>
                  </a:cubicBezTo>
                  <a:lnTo>
                    <a:pt x="9877" y="3367"/>
                  </a:lnTo>
                  <a:cubicBezTo>
                    <a:pt x="9882" y="3309"/>
                    <a:pt x="9905" y="3254"/>
                    <a:pt x="9941" y="3208"/>
                  </a:cubicBezTo>
                  <a:lnTo>
                    <a:pt x="10091" y="3017"/>
                  </a:lnTo>
                  <a:cubicBezTo>
                    <a:pt x="10150" y="2942"/>
                    <a:pt x="10269" y="2981"/>
                    <a:pt x="10272" y="3076"/>
                  </a:cubicBezTo>
                  <a:lnTo>
                    <a:pt x="10274" y="3147"/>
                  </a:lnTo>
                  <a:cubicBezTo>
                    <a:pt x="10276" y="3210"/>
                    <a:pt x="10302" y="3271"/>
                    <a:pt x="10348" y="3314"/>
                  </a:cubicBezTo>
                  <a:lnTo>
                    <a:pt x="10442" y="3405"/>
                  </a:lnTo>
                  <a:cubicBezTo>
                    <a:pt x="10524" y="3484"/>
                    <a:pt x="10507" y="3620"/>
                    <a:pt x="10407" y="3674"/>
                  </a:cubicBezTo>
                  <a:lnTo>
                    <a:pt x="10221" y="3773"/>
                  </a:lnTo>
                  <a:cubicBezTo>
                    <a:pt x="10178" y="3796"/>
                    <a:pt x="10143" y="3832"/>
                    <a:pt x="10120" y="3876"/>
                  </a:cubicBezTo>
                  <a:lnTo>
                    <a:pt x="10071" y="3972"/>
                  </a:lnTo>
                  <a:cubicBezTo>
                    <a:pt x="10040" y="4033"/>
                    <a:pt x="9982" y="4076"/>
                    <a:pt x="9914" y="4087"/>
                  </a:cubicBezTo>
                  <a:lnTo>
                    <a:pt x="9339" y="4180"/>
                  </a:lnTo>
                  <a:cubicBezTo>
                    <a:pt x="9303" y="4186"/>
                    <a:pt x="9266" y="4186"/>
                    <a:pt x="9231" y="4180"/>
                  </a:cubicBezTo>
                  <a:lnTo>
                    <a:pt x="8856" y="4111"/>
                  </a:lnTo>
                  <a:cubicBezTo>
                    <a:pt x="8777" y="4096"/>
                    <a:pt x="8694" y="4107"/>
                    <a:pt x="8621" y="4143"/>
                  </a:cubicBezTo>
                  <a:lnTo>
                    <a:pt x="7536" y="4688"/>
                  </a:lnTo>
                  <a:cubicBezTo>
                    <a:pt x="7476" y="4718"/>
                    <a:pt x="7409" y="4733"/>
                    <a:pt x="7342" y="4733"/>
                  </a:cubicBezTo>
                  <a:lnTo>
                    <a:pt x="7155" y="4733"/>
                  </a:lnTo>
                  <a:cubicBezTo>
                    <a:pt x="6994" y="4733"/>
                    <a:pt x="6874" y="4882"/>
                    <a:pt x="6907" y="5041"/>
                  </a:cubicBezTo>
                  <a:lnTo>
                    <a:pt x="6963" y="5309"/>
                  </a:lnTo>
                  <a:cubicBezTo>
                    <a:pt x="7000" y="5485"/>
                    <a:pt x="6859" y="5649"/>
                    <a:pt x="6679" y="5636"/>
                  </a:cubicBezTo>
                  <a:lnTo>
                    <a:pt x="6144" y="5599"/>
                  </a:lnTo>
                  <a:cubicBezTo>
                    <a:pt x="6022" y="5591"/>
                    <a:pt x="5911" y="5667"/>
                    <a:pt x="5873" y="5783"/>
                  </a:cubicBezTo>
                  <a:lnTo>
                    <a:pt x="5677" y="6370"/>
                  </a:lnTo>
                  <a:cubicBezTo>
                    <a:pt x="5640" y="6481"/>
                    <a:pt x="5645" y="6600"/>
                    <a:pt x="5690" y="6708"/>
                  </a:cubicBezTo>
                  <a:lnTo>
                    <a:pt x="5731" y="6807"/>
                  </a:lnTo>
                  <a:cubicBezTo>
                    <a:pt x="5786" y="6940"/>
                    <a:pt x="5747" y="7092"/>
                    <a:pt x="5635" y="7180"/>
                  </a:cubicBezTo>
                  <a:lnTo>
                    <a:pt x="4168" y="8335"/>
                  </a:lnTo>
                  <a:cubicBezTo>
                    <a:pt x="3957" y="8501"/>
                    <a:pt x="3810" y="8734"/>
                    <a:pt x="3750" y="8996"/>
                  </a:cubicBezTo>
                  <a:lnTo>
                    <a:pt x="3409" y="10484"/>
                  </a:lnTo>
                  <a:cubicBezTo>
                    <a:pt x="3362" y="10688"/>
                    <a:pt x="3398" y="10900"/>
                    <a:pt x="3507" y="11078"/>
                  </a:cubicBezTo>
                  <a:cubicBezTo>
                    <a:pt x="3729" y="11443"/>
                    <a:pt x="4126" y="12077"/>
                    <a:pt x="4352" y="12433"/>
                  </a:cubicBezTo>
                  <a:cubicBezTo>
                    <a:pt x="4457" y="12599"/>
                    <a:pt x="4637" y="12702"/>
                    <a:pt x="4833" y="12709"/>
                  </a:cubicBezTo>
                  <a:lnTo>
                    <a:pt x="6212" y="12759"/>
                  </a:lnTo>
                  <a:cubicBezTo>
                    <a:pt x="6329" y="12764"/>
                    <a:pt x="6440" y="12816"/>
                    <a:pt x="6517" y="12904"/>
                  </a:cubicBezTo>
                  <a:lnTo>
                    <a:pt x="6659" y="13065"/>
                  </a:lnTo>
                  <a:cubicBezTo>
                    <a:pt x="6729" y="13145"/>
                    <a:pt x="6822" y="13198"/>
                    <a:pt x="6926" y="13218"/>
                  </a:cubicBezTo>
                  <a:lnTo>
                    <a:pt x="7142" y="13260"/>
                  </a:lnTo>
                  <a:cubicBezTo>
                    <a:pt x="7307" y="13292"/>
                    <a:pt x="7430" y="13430"/>
                    <a:pt x="7444" y="13598"/>
                  </a:cubicBezTo>
                  <a:lnTo>
                    <a:pt x="7503" y="14323"/>
                  </a:lnTo>
                  <a:cubicBezTo>
                    <a:pt x="7513" y="14451"/>
                    <a:pt x="7548" y="14574"/>
                    <a:pt x="7607" y="14688"/>
                  </a:cubicBezTo>
                  <a:lnTo>
                    <a:pt x="8242" y="15915"/>
                  </a:lnTo>
                  <a:cubicBezTo>
                    <a:pt x="8318" y="16062"/>
                    <a:pt x="8319" y="16235"/>
                    <a:pt x="8247" y="16384"/>
                  </a:cubicBezTo>
                  <a:lnTo>
                    <a:pt x="8119" y="16651"/>
                  </a:lnTo>
                  <a:cubicBezTo>
                    <a:pt x="8049" y="16794"/>
                    <a:pt x="8056" y="16961"/>
                    <a:pt x="8137" y="17098"/>
                  </a:cubicBezTo>
                  <a:lnTo>
                    <a:pt x="9261" y="18986"/>
                  </a:lnTo>
                  <a:cubicBezTo>
                    <a:pt x="9674" y="19680"/>
                    <a:pt x="10622" y="19813"/>
                    <a:pt x="11210" y="19259"/>
                  </a:cubicBezTo>
                  <a:lnTo>
                    <a:pt x="12140" y="18384"/>
                  </a:lnTo>
                  <a:cubicBezTo>
                    <a:pt x="12221" y="18307"/>
                    <a:pt x="12277" y="18207"/>
                    <a:pt x="12298" y="18097"/>
                  </a:cubicBezTo>
                  <a:lnTo>
                    <a:pt x="12405" y="17548"/>
                  </a:lnTo>
                  <a:cubicBezTo>
                    <a:pt x="12440" y="17365"/>
                    <a:pt x="12544" y="17201"/>
                    <a:pt x="12695" y="17091"/>
                  </a:cubicBezTo>
                  <a:lnTo>
                    <a:pt x="13152" y="16757"/>
                  </a:lnTo>
                  <a:cubicBezTo>
                    <a:pt x="13325" y="16631"/>
                    <a:pt x="13424" y="16428"/>
                    <a:pt x="13422" y="16215"/>
                  </a:cubicBezTo>
                  <a:lnTo>
                    <a:pt x="13414" y="15172"/>
                  </a:lnTo>
                  <a:cubicBezTo>
                    <a:pt x="13412" y="14976"/>
                    <a:pt x="13483" y="14786"/>
                    <a:pt x="13611" y="14637"/>
                  </a:cubicBezTo>
                  <a:lnTo>
                    <a:pt x="15235" y="12761"/>
                  </a:lnTo>
                  <a:cubicBezTo>
                    <a:pt x="15288" y="12699"/>
                    <a:pt x="15326" y="12626"/>
                    <a:pt x="15344" y="12547"/>
                  </a:cubicBezTo>
                  <a:lnTo>
                    <a:pt x="15490" y="11927"/>
                  </a:lnTo>
                  <a:cubicBezTo>
                    <a:pt x="15530" y="11754"/>
                    <a:pt x="15367" y="11603"/>
                    <a:pt x="15198" y="11656"/>
                  </a:cubicBezTo>
                  <a:lnTo>
                    <a:pt x="14281" y="11936"/>
                  </a:lnTo>
                  <a:cubicBezTo>
                    <a:pt x="14189" y="11964"/>
                    <a:pt x="14089" y="11944"/>
                    <a:pt x="14015" y="11883"/>
                  </a:cubicBezTo>
                  <a:lnTo>
                    <a:pt x="13060" y="11104"/>
                  </a:lnTo>
                  <a:cubicBezTo>
                    <a:pt x="12983" y="11042"/>
                    <a:pt x="12923" y="10962"/>
                    <a:pt x="12886" y="10871"/>
                  </a:cubicBezTo>
                  <a:lnTo>
                    <a:pt x="12123" y="9006"/>
                  </a:lnTo>
                  <a:cubicBezTo>
                    <a:pt x="12079" y="8899"/>
                    <a:pt x="12218" y="8815"/>
                    <a:pt x="12293" y="8903"/>
                  </a:cubicBezTo>
                  <a:lnTo>
                    <a:pt x="13627" y="10468"/>
                  </a:lnTo>
                  <a:cubicBezTo>
                    <a:pt x="13698" y="10551"/>
                    <a:pt x="13749" y="10650"/>
                    <a:pt x="13777" y="10756"/>
                  </a:cubicBezTo>
                  <a:lnTo>
                    <a:pt x="13898" y="11215"/>
                  </a:lnTo>
                  <a:cubicBezTo>
                    <a:pt x="13939" y="11368"/>
                    <a:pt x="14112" y="11445"/>
                    <a:pt x="14253" y="11372"/>
                  </a:cubicBezTo>
                  <a:lnTo>
                    <a:pt x="15621" y="10665"/>
                  </a:lnTo>
                  <a:cubicBezTo>
                    <a:pt x="15780" y="10583"/>
                    <a:pt x="15909" y="10451"/>
                    <a:pt x="15986" y="10289"/>
                  </a:cubicBezTo>
                  <a:lnTo>
                    <a:pt x="16281" y="9659"/>
                  </a:lnTo>
                  <a:cubicBezTo>
                    <a:pt x="16338" y="9539"/>
                    <a:pt x="16300" y="9395"/>
                    <a:pt x="16190" y="9320"/>
                  </a:cubicBezTo>
                  <a:lnTo>
                    <a:pt x="15731" y="9008"/>
                  </a:lnTo>
                  <a:cubicBezTo>
                    <a:pt x="15646" y="8950"/>
                    <a:pt x="15538" y="8935"/>
                    <a:pt x="15441" y="8969"/>
                  </a:cubicBezTo>
                  <a:lnTo>
                    <a:pt x="15248" y="9037"/>
                  </a:lnTo>
                  <a:cubicBezTo>
                    <a:pt x="15141" y="9074"/>
                    <a:pt x="15024" y="9047"/>
                    <a:pt x="14943" y="8967"/>
                  </a:cubicBezTo>
                  <a:lnTo>
                    <a:pt x="14448" y="8481"/>
                  </a:lnTo>
                  <a:cubicBezTo>
                    <a:pt x="14394" y="8428"/>
                    <a:pt x="14383" y="8342"/>
                    <a:pt x="14428" y="8281"/>
                  </a:cubicBezTo>
                  <a:cubicBezTo>
                    <a:pt x="14481" y="8210"/>
                    <a:pt x="14577" y="8199"/>
                    <a:pt x="14642" y="8249"/>
                  </a:cubicBezTo>
                  <a:lnTo>
                    <a:pt x="15051" y="8557"/>
                  </a:lnTo>
                  <a:cubicBezTo>
                    <a:pt x="15119" y="8609"/>
                    <a:pt x="15206" y="8629"/>
                    <a:pt x="15289" y="8613"/>
                  </a:cubicBezTo>
                  <a:lnTo>
                    <a:pt x="15571" y="8557"/>
                  </a:lnTo>
                  <a:cubicBezTo>
                    <a:pt x="15683" y="8535"/>
                    <a:pt x="15800" y="8560"/>
                    <a:pt x="15893" y="8627"/>
                  </a:cubicBezTo>
                  <a:lnTo>
                    <a:pt x="16067" y="8751"/>
                  </a:lnTo>
                  <a:cubicBezTo>
                    <a:pt x="16136" y="8801"/>
                    <a:pt x="16223" y="8821"/>
                    <a:pt x="16308" y="8809"/>
                  </a:cubicBezTo>
                  <a:lnTo>
                    <a:pt x="16787" y="8740"/>
                  </a:lnTo>
                  <a:cubicBezTo>
                    <a:pt x="16937" y="8718"/>
                    <a:pt x="17086" y="8775"/>
                    <a:pt x="17182" y="8891"/>
                  </a:cubicBezTo>
                  <a:lnTo>
                    <a:pt x="17455" y="9222"/>
                  </a:lnTo>
                  <a:cubicBezTo>
                    <a:pt x="17524" y="9304"/>
                    <a:pt x="17624" y="9352"/>
                    <a:pt x="17731" y="9352"/>
                  </a:cubicBezTo>
                  <a:lnTo>
                    <a:pt x="17866" y="9352"/>
                  </a:lnTo>
                  <a:cubicBezTo>
                    <a:pt x="18011" y="9352"/>
                    <a:pt x="18141" y="9440"/>
                    <a:pt x="18196" y="9575"/>
                  </a:cubicBezTo>
                  <a:lnTo>
                    <a:pt x="18961" y="11443"/>
                  </a:lnTo>
                  <a:cubicBezTo>
                    <a:pt x="19033" y="11618"/>
                    <a:pt x="19283" y="11611"/>
                    <a:pt x="19344" y="11431"/>
                  </a:cubicBezTo>
                  <a:lnTo>
                    <a:pt x="19442" y="11141"/>
                  </a:lnTo>
                  <a:cubicBezTo>
                    <a:pt x="19479" y="11030"/>
                    <a:pt x="19495" y="10912"/>
                    <a:pt x="19486" y="10795"/>
                  </a:cubicBezTo>
                  <a:lnTo>
                    <a:pt x="19410" y="9879"/>
                  </a:lnTo>
                  <a:cubicBezTo>
                    <a:pt x="19400" y="9760"/>
                    <a:pt x="19416" y="9641"/>
                    <a:pt x="19455" y="9529"/>
                  </a:cubicBezTo>
                  <a:lnTo>
                    <a:pt x="19715" y="8789"/>
                  </a:lnTo>
                  <a:cubicBezTo>
                    <a:pt x="19754" y="8676"/>
                    <a:pt x="19903" y="8654"/>
                    <a:pt x="19973" y="8750"/>
                  </a:cubicBezTo>
                  <a:lnTo>
                    <a:pt x="20741" y="9789"/>
                  </a:lnTo>
                  <a:cubicBezTo>
                    <a:pt x="20857" y="9947"/>
                    <a:pt x="20925" y="10137"/>
                    <a:pt x="20933" y="10333"/>
                  </a:cubicBezTo>
                  <a:cubicBezTo>
                    <a:pt x="20940" y="10488"/>
                    <a:pt x="20944" y="10643"/>
                    <a:pt x="20944" y="10800"/>
                  </a:cubicBezTo>
                  <a:cubicBezTo>
                    <a:pt x="20946" y="16403"/>
                    <a:pt x="16404" y="20945"/>
                    <a:pt x="10800" y="20945"/>
                  </a:cubicBezTo>
                  <a:cubicBezTo>
                    <a:pt x="5202" y="20945"/>
                    <a:pt x="663" y="16413"/>
                    <a:pt x="655" y="10817"/>
                  </a:cubicBezTo>
                  <a:cubicBezTo>
                    <a:pt x="646" y="5322"/>
                    <a:pt x="5060" y="788"/>
                    <a:pt x="10554" y="656"/>
                  </a:cubicBezTo>
                  <a:close/>
                  <a:moveTo>
                    <a:pt x="13895" y="5192"/>
                  </a:moveTo>
                  <a:cubicBezTo>
                    <a:pt x="13924" y="5192"/>
                    <a:pt x="13955" y="5198"/>
                    <a:pt x="13984" y="5209"/>
                  </a:cubicBezTo>
                  <a:lnTo>
                    <a:pt x="13986" y="5211"/>
                  </a:lnTo>
                  <a:cubicBezTo>
                    <a:pt x="14077" y="5248"/>
                    <a:pt x="14134" y="5336"/>
                    <a:pt x="14131" y="5434"/>
                  </a:cubicBezTo>
                  <a:lnTo>
                    <a:pt x="14129" y="5520"/>
                  </a:lnTo>
                  <a:cubicBezTo>
                    <a:pt x="14127" y="5596"/>
                    <a:pt x="14161" y="5669"/>
                    <a:pt x="14222" y="5714"/>
                  </a:cubicBezTo>
                  <a:lnTo>
                    <a:pt x="14425" y="5862"/>
                  </a:lnTo>
                  <a:cubicBezTo>
                    <a:pt x="14493" y="5913"/>
                    <a:pt x="14528" y="5998"/>
                    <a:pt x="14516" y="6082"/>
                  </a:cubicBezTo>
                  <a:lnTo>
                    <a:pt x="14511" y="6116"/>
                  </a:lnTo>
                  <a:cubicBezTo>
                    <a:pt x="14504" y="6167"/>
                    <a:pt x="14515" y="6221"/>
                    <a:pt x="14541" y="6266"/>
                  </a:cubicBezTo>
                  <a:lnTo>
                    <a:pt x="14619" y="6397"/>
                  </a:lnTo>
                  <a:cubicBezTo>
                    <a:pt x="14643" y="6439"/>
                    <a:pt x="14654" y="6488"/>
                    <a:pt x="14649" y="6536"/>
                  </a:cubicBezTo>
                  <a:lnTo>
                    <a:pt x="14636" y="6691"/>
                  </a:lnTo>
                  <a:cubicBezTo>
                    <a:pt x="14623" y="6837"/>
                    <a:pt x="14478" y="6936"/>
                    <a:pt x="14337" y="6893"/>
                  </a:cubicBezTo>
                  <a:lnTo>
                    <a:pt x="14288" y="6878"/>
                  </a:lnTo>
                  <a:cubicBezTo>
                    <a:pt x="14197" y="6851"/>
                    <a:pt x="14132" y="6771"/>
                    <a:pt x="14123" y="6677"/>
                  </a:cubicBezTo>
                  <a:lnTo>
                    <a:pt x="14091" y="6359"/>
                  </a:lnTo>
                  <a:cubicBezTo>
                    <a:pt x="14087" y="6324"/>
                    <a:pt x="14076" y="6290"/>
                    <a:pt x="14059" y="6261"/>
                  </a:cubicBezTo>
                  <a:lnTo>
                    <a:pt x="13669" y="5611"/>
                  </a:lnTo>
                  <a:cubicBezTo>
                    <a:pt x="13630" y="5547"/>
                    <a:pt x="13624" y="5466"/>
                    <a:pt x="13655" y="5397"/>
                  </a:cubicBezTo>
                  <a:lnTo>
                    <a:pt x="13684" y="5331"/>
                  </a:lnTo>
                  <a:cubicBezTo>
                    <a:pt x="13722" y="5245"/>
                    <a:pt x="13806" y="5193"/>
                    <a:pt x="13895" y="5192"/>
                  </a:cubicBezTo>
                  <a:close/>
                  <a:moveTo>
                    <a:pt x="12039" y="5461"/>
                  </a:moveTo>
                  <a:cubicBezTo>
                    <a:pt x="12087" y="5455"/>
                    <a:pt x="12137" y="5474"/>
                    <a:pt x="12169" y="5520"/>
                  </a:cubicBezTo>
                  <a:lnTo>
                    <a:pt x="12298" y="5705"/>
                  </a:lnTo>
                  <a:cubicBezTo>
                    <a:pt x="12309" y="5721"/>
                    <a:pt x="12323" y="5734"/>
                    <a:pt x="12339" y="5744"/>
                  </a:cubicBezTo>
                  <a:lnTo>
                    <a:pt x="12683" y="5960"/>
                  </a:lnTo>
                  <a:cubicBezTo>
                    <a:pt x="12759" y="6008"/>
                    <a:pt x="12770" y="6115"/>
                    <a:pt x="12705" y="6178"/>
                  </a:cubicBezTo>
                  <a:lnTo>
                    <a:pt x="12616" y="6266"/>
                  </a:lnTo>
                  <a:cubicBezTo>
                    <a:pt x="12579" y="6301"/>
                    <a:pt x="12525" y="6313"/>
                    <a:pt x="12476" y="6298"/>
                  </a:cubicBezTo>
                  <a:lnTo>
                    <a:pt x="11939" y="6127"/>
                  </a:lnTo>
                  <a:cubicBezTo>
                    <a:pt x="11899" y="6114"/>
                    <a:pt x="11855" y="6120"/>
                    <a:pt x="11819" y="6144"/>
                  </a:cubicBezTo>
                  <a:lnTo>
                    <a:pt x="11558" y="6323"/>
                  </a:lnTo>
                  <a:cubicBezTo>
                    <a:pt x="11514" y="6353"/>
                    <a:pt x="11457" y="6356"/>
                    <a:pt x="11411" y="6330"/>
                  </a:cubicBezTo>
                  <a:lnTo>
                    <a:pt x="11092" y="6149"/>
                  </a:lnTo>
                  <a:cubicBezTo>
                    <a:pt x="11030" y="6114"/>
                    <a:pt x="11005" y="6037"/>
                    <a:pt x="11035" y="5972"/>
                  </a:cubicBezTo>
                  <a:lnTo>
                    <a:pt x="11208" y="5584"/>
                  </a:lnTo>
                  <a:cubicBezTo>
                    <a:pt x="11250" y="5489"/>
                    <a:pt x="11378" y="5472"/>
                    <a:pt x="11443" y="5552"/>
                  </a:cubicBezTo>
                  <a:lnTo>
                    <a:pt x="11620" y="5770"/>
                  </a:lnTo>
                  <a:cubicBezTo>
                    <a:pt x="11688" y="5852"/>
                    <a:pt x="11820" y="5831"/>
                    <a:pt x="11858" y="5731"/>
                  </a:cubicBezTo>
                  <a:lnTo>
                    <a:pt x="11926" y="5550"/>
                  </a:lnTo>
                  <a:cubicBezTo>
                    <a:pt x="11945" y="5498"/>
                    <a:pt x="11991" y="5467"/>
                    <a:pt x="12039" y="5461"/>
                  </a:cubicBezTo>
                  <a:close/>
                  <a:moveTo>
                    <a:pt x="9021" y="5513"/>
                  </a:moveTo>
                  <a:cubicBezTo>
                    <a:pt x="9047" y="5509"/>
                    <a:pt x="9074" y="5512"/>
                    <a:pt x="9101" y="5523"/>
                  </a:cubicBezTo>
                  <a:cubicBezTo>
                    <a:pt x="9135" y="5538"/>
                    <a:pt x="9163" y="5566"/>
                    <a:pt x="9177" y="5601"/>
                  </a:cubicBezTo>
                  <a:lnTo>
                    <a:pt x="9268" y="5832"/>
                  </a:lnTo>
                  <a:cubicBezTo>
                    <a:pt x="9286" y="5879"/>
                    <a:pt x="9318" y="5920"/>
                    <a:pt x="9359" y="5948"/>
                  </a:cubicBezTo>
                  <a:lnTo>
                    <a:pt x="9580" y="6105"/>
                  </a:lnTo>
                  <a:cubicBezTo>
                    <a:pt x="9639" y="6147"/>
                    <a:pt x="9677" y="6213"/>
                    <a:pt x="9683" y="6286"/>
                  </a:cubicBezTo>
                  <a:cubicBezTo>
                    <a:pt x="9693" y="6416"/>
                    <a:pt x="9709" y="6609"/>
                    <a:pt x="9712" y="6615"/>
                  </a:cubicBezTo>
                  <a:cubicBezTo>
                    <a:pt x="9716" y="6624"/>
                    <a:pt x="9874" y="6868"/>
                    <a:pt x="9874" y="6868"/>
                  </a:cubicBezTo>
                  <a:lnTo>
                    <a:pt x="9956" y="7052"/>
                  </a:lnTo>
                  <a:cubicBezTo>
                    <a:pt x="10001" y="7151"/>
                    <a:pt x="10117" y="7195"/>
                    <a:pt x="10214" y="7147"/>
                  </a:cubicBezTo>
                  <a:lnTo>
                    <a:pt x="10316" y="7098"/>
                  </a:lnTo>
                  <a:cubicBezTo>
                    <a:pt x="10378" y="7067"/>
                    <a:pt x="10412" y="6999"/>
                    <a:pt x="10400" y="6931"/>
                  </a:cubicBezTo>
                  <a:lnTo>
                    <a:pt x="10338" y="6581"/>
                  </a:lnTo>
                  <a:cubicBezTo>
                    <a:pt x="10319" y="6478"/>
                    <a:pt x="10406" y="6386"/>
                    <a:pt x="10510" y="6399"/>
                  </a:cubicBezTo>
                  <a:cubicBezTo>
                    <a:pt x="10578" y="6408"/>
                    <a:pt x="10632" y="6460"/>
                    <a:pt x="10643" y="6527"/>
                  </a:cubicBezTo>
                  <a:lnTo>
                    <a:pt x="10692" y="6806"/>
                  </a:lnTo>
                  <a:cubicBezTo>
                    <a:pt x="10697" y="6834"/>
                    <a:pt x="10710" y="6862"/>
                    <a:pt x="10729" y="6883"/>
                  </a:cubicBezTo>
                  <a:lnTo>
                    <a:pt x="11021" y="7211"/>
                  </a:lnTo>
                  <a:cubicBezTo>
                    <a:pt x="11096" y="7294"/>
                    <a:pt x="11211" y="7326"/>
                    <a:pt x="11318" y="7293"/>
                  </a:cubicBezTo>
                  <a:lnTo>
                    <a:pt x="11401" y="7270"/>
                  </a:lnTo>
                  <a:cubicBezTo>
                    <a:pt x="11458" y="7252"/>
                    <a:pt x="11520" y="7252"/>
                    <a:pt x="11576" y="7271"/>
                  </a:cubicBezTo>
                  <a:lnTo>
                    <a:pt x="11634" y="7292"/>
                  </a:lnTo>
                  <a:cubicBezTo>
                    <a:pt x="11710" y="7318"/>
                    <a:pt x="11793" y="7310"/>
                    <a:pt x="11863" y="7271"/>
                  </a:cubicBezTo>
                  <a:lnTo>
                    <a:pt x="12111" y="7136"/>
                  </a:lnTo>
                  <a:cubicBezTo>
                    <a:pt x="12178" y="7100"/>
                    <a:pt x="12261" y="7144"/>
                    <a:pt x="12270" y="7219"/>
                  </a:cubicBezTo>
                  <a:lnTo>
                    <a:pt x="12288" y="7368"/>
                  </a:lnTo>
                  <a:cubicBezTo>
                    <a:pt x="12307" y="7518"/>
                    <a:pt x="12262" y="7669"/>
                    <a:pt x="12163" y="7784"/>
                  </a:cubicBezTo>
                  <a:lnTo>
                    <a:pt x="12008" y="7967"/>
                  </a:lnTo>
                  <a:cubicBezTo>
                    <a:pt x="11947" y="8039"/>
                    <a:pt x="11847" y="8067"/>
                    <a:pt x="11757" y="8038"/>
                  </a:cubicBezTo>
                  <a:lnTo>
                    <a:pt x="11539" y="7967"/>
                  </a:lnTo>
                  <a:cubicBezTo>
                    <a:pt x="11479" y="7947"/>
                    <a:pt x="11413" y="7952"/>
                    <a:pt x="11357" y="7982"/>
                  </a:cubicBezTo>
                  <a:lnTo>
                    <a:pt x="11070" y="8132"/>
                  </a:lnTo>
                  <a:cubicBezTo>
                    <a:pt x="11013" y="8162"/>
                    <a:pt x="10949" y="8167"/>
                    <a:pt x="10888" y="8147"/>
                  </a:cubicBezTo>
                  <a:lnTo>
                    <a:pt x="10078" y="7877"/>
                  </a:lnTo>
                  <a:cubicBezTo>
                    <a:pt x="9987" y="7847"/>
                    <a:pt x="9886" y="7866"/>
                    <a:pt x="9813" y="7928"/>
                  </a:cubicBezTo>
                  <a:lnTo>
                    <a:pt x="9582" y="8122"/>
                  </a:lnTo>
                  <a:cubicBezTo>
                    <a:pt x="9489" y="8200"/>
                    <a:pt x="9356" y="8208"/>
                    <a:pt x="9254" y="8142"/>
                  </a:cubicBezTo>
                  <a:lnTo>
                    <a:pt x="8515" y="7663"/>
                  </a:lnTo>
                  <a:cubicBezTo>
                    <a:pt x="8455" y="7624"/>
                    <a:pt x="8413" y="7565"/>
                    <a:pt x="8395" y="7496"/>
                  </a:cubicBezTo>
                  <a:lnTo>
                    <a:pt x="8314" y="7175"/>
                  </a:lnTo>
                  <a:cubicBezTo>
                    <a:pt x="8285" y="7056"/>
                    <a:pt x="8182" y="6971"/>
                    <a:pt x="8060" y="6963"/>
                  </a:cubicBezTo>
                  <a:lnTo>
                    <a:pt x="7283" y="6914"/>
                  </a:lnTo>
                  <a:cubicBezTo>
                    <a:pt x="7176" y="6907"/>
                    <a:pt x="7068" y="6929"/>
                    <a:pt x="6973" y="6980"/>
                  </a:cubicBezTo>
                  <a:lnTo>
                    <a:pt x="6676" y="7136"/>
                  </a:lnTo>
                  <a:cubicBezTo>
                    <a:pt x="6556" y="7199"/>
                    <a:pt x="6415" y="7205"/>
                    <a:pt x="6291" y="7152"/>
                  </a:cubicBezTo>
                  <a:lnTo>
                    <a:pt x="6262" y="7140"/>
                  </a:lnTo>
                  <a:cubicBezTo>
                    <a:pt x="6188" y="7108"/>
                    <a:pt x="6149" y="7026"/>
                    <a:pt x="6171" y="6949"/>
                  </a:cubicBezTo>
                  <a:cubicBezTo>
                    <a:pt x="6189" y="6885"/>
                    <a:pt x="6244" y="6839"/>
                    <a:pt x="6310" y="6833"/>
                  </a:cubicBezTo>
                  <a:lnTo>
                    <a:pt x="6480" y="6816"/>
                  </a:lnTo>
                  <a:cubicBezTo>
                    <a:pt x="6559" y="6808"/>
                    <a:pt x="6631" y="6769"/>
                    <a:pt x="6681" y="6708"/>
                  </a:cubicBezTo>
                  <a:lnTo>
                    <a:pt x="6944" y="6380"/>
                  </a:lnTo>
                  <a:cubicBezTo>
                    <a:pt x="7008" y="6301"/>
                    <a:pt x="7101" y="6250"/>
                    <a:pt x="7202" y="6239"/>
                  </a:cubicBezTo>
                  <a:lnTo>
                    <a:pt x="7401" y="6217"/>
                  </a:lnTo>
                  <a:cubicBezTo>
                    <a:pt x="7475" y="6209"/>
                    <a:pt x="7532" y="6151"/>
                    <a:pt x="7541" y="6077"/>
                  </a:cubicBezTo>
                  <a:lnTo>
                    <a:pt x="7553" y="5984"/>
                  </a:lnTo>
                  <a:cubicBezTo>
                    <a:pt x="7566" y="5879"/>
                    <a:pt x="7677" y="5814"/>
                    <a:pt x="7774" y="5856"/>
                  </a:cubicBezTo>
                  <a:lnTo>
                    <a:pt x="7972" y="5938"/>
                  </a:lnTo>
                  <a:cubicBezTo>
                    <a:pt x="7996" y="5949"/>
                    <a:pt x="8022" y="5952"/>
                    <a:pt x="8048" y="5950"/>
                  </a:cubicBezTo>
                  <a:lnTo>
                    <a:pt x="8382" y="5923"/>
                  </a:lnTo>
                  <a:cubicBezTo>
                    <a:pt x="8432" y="5919"/>
                    <a:pt x="8482" y="5938"/>
                    <a:pt x="8515" y="5975"/>
                  </a:cubicBezTo>
                  <a:lnTo>
                    <a:pt x="8768" y="6261"/>
                  </a:lnTo>
                  <a:cubicBezTo>
                    <a:pt x="8857" y="6361"/>
                    <a:pt x="8910" y="6487"/>
                    <a:pt x="8922" y="6620"/>
                  </a:cubicBezTo>
                  <a:lnTo>
                    <a:pt x="8944" y="6873"/>
                  </a:lnTo>
                  <a:cubicBezTo>
                    <a:pt x="8952" y="6971"/>
                    <a:pt x="9075" y="7012"/>
                    <a:pt x="9140" y="6937"/>
                  </a:cubicBezTo>
                  <a:lnTo>
                    <a:pt x="9253" y="6807"/>
                  </a:lnTo>
                  <a:cubicBezTo>
                    <a:pt x="9264" y="6794"/>
                    <a:pt x="9271" y="6775"/>
                    <a:pt x="9271" y="6757"/>
                  </a:cubicBezTo>
                  <a:lnTo>
                    <a:pt x="9273" y="6635"/>
                  </a:lnTo>
                  <a:cubicBezTo>
                    <a:pt x="9274" y="6584"/>
                    <a:pt x="9323" y="6549"/>
                    <a:pt x="9372" y="6563"/>
                  </a:cubicBezTo>
                  <a:cubicBezTo>
                    <a:pt x="9411" y="6573"/>
                    <a:pt x="9452" y="6554"/>
                    <a:pt x="9467" y="6517"/>
                  </a:cubicBezTo>
                  <a:lnTo>
                    <a:pt x="9484" y="6473"/>
                  </a:lnTo>
                  <a:cubicBezTo>
                    <a:pt x="9495" y="6445"/>
                    <a:pt x="9490" y="6413"/>
                    <a:pt x="9470" y="6391"/>
                  </a:cubicBezTo>
                  <a:lnTo>
                    <a:pt x="8984" y="5827"/>
                  </a:lnTo>
                  <a:cubicBezTo>
                    <a:pt x="8950" y="5786"/>
                    <a:pt x="8924" y="5739"/>
                    <a:pt x="8910" y="5687"/>
                  </a:cubicBezTo>
                  <a:cubicBezTo>
                    <a:pt x="8888" y="5602"/>
                    <a:pt x="8946" y="5526"/>
                    <a:pt x="9021" y="551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8" name="Gatto"/>
            <p:cNvSpPr/>
            <p:nvPr/>
          </p:nvSpPr>
          <p:spPr>
            <a:xfrm>
              <a:off x="4206009" y="2027379"/>
              <a:ext cx="812801" cy="611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66" h="21161" fill="norm" stroke="1" extrusionOk="0">
                  <a:moveTo>
                    <a:pt x="1787" y="0"/>
                  </a:moveTo>
                  <a:cubicBezTo>
                    <a:pt x="1647" y="1"/>
                    <a:pt x="1497" y="21"/>
                    <a:pt x="1336" y="66"/>
                  </a:cubicBezTo>
                  <a:cubicBezTo>
                    <a:pt x="242" y="375"/>
                    <a:pt x="-1383" y="3616"/>
                    <a:pt x="2179" y="8649"/>
                  </a:cubicBezTo>
                  <a:cubicBezTo>
                    <a:pt x="2887" y="9443"/>
                    <a:pt x="2519" y="10329"/>
                    <a:pt x="2471" y="10868"/>
                  </a:cubicBezTo>
                  <a:cubicBezTo>
                    <a:pt x="2412" y="11193"/>
                    <a:pt x="2380" y="11536"/>
                    <a:pt x="2363" y="11902"/>
                  </a:cubicBezTo>
                  <a:cubicBezTo>
                    <a:pt x="2313" y="12941"/>
                    <a:pt x="1681" y="13944"/>
                    <a:pt x="1128" y="14699"/>
                  </a:cubicBezTo>
                  <a:cubicBezTo>
                    <a:pt x="1048" y="14808"/>
                    <a:pt x="994" y="14950"/>
                    <a:pt x="966" y="15102"/>
                  </a:cubicBezTo>
                  <a:cubicBezTo>
                    <a:pt x="733" y="16372"/>
                    <a:pt x="778" y="17985"/>
                    <a:pt x="811" y="18653"/>
                  </a:cubicBezTo>
                  <a:cubicBezTo>
                    <a:pt x="846" y="19368"/>
                    <a:pt x="118" y="19184"/>
                    <a:pt x="885" y="20680"/>
                  </a:cubicBezTo>
                  <a:cubicBezTo>
                    <a:pt x="1098" y="21094"/>
                    <a:pt x="1799" y="20601"/>
                    <a:pt x="1710" y="19911"/>
                  </a:cubicBezTo>
                  <a:cubicBezTo>
                    <a:pt x="1622" y="19221"/>
                    <a:pt x="2257" y="16392"/>
                    <a:pt x="2875" y="16047"/>
                  </a:cubicBezTo>
                  <a:cubicBezTo>
                    <a:pt x="3315" y="15802"/>
                    <a:pt x="4075" y="15606"/>
                    <a:pt x="4478" y="15514"/>
                  </a:cubicBezTo>
                  <a:cubicBezTo>
                    <a:pt x="4388" y="16306"/>
                    <a:pt x="4149" y="17458"/>
                    <a:pt x="4370" y="17920"/>
                  </a:cubicBezTo>
                  <a:cubicBezTo>
                    <a:pt x="5800" y="21592"/>
                    <a:pt x="6559" y="21073"/>
                    <a:pt x="7142" y="21098"/>
                  </a:cubicBezTo>
                  <a:cubicBezTo>
                    <a:pt x="7725" y="21123"/>
                    <a:pt x="7707" y="20853"/>
                    <a:pt x="7707" y="20558"/>
                  </a:cubicBezTo>
                  <a:cubicBezTo>
                    <a:pt x="7707" y="20262"/>
                    <a:pt x="7212" y="19966"/>
                    <a:pt x="6894" y="20015"/>
                  </a:cubicBezTo>
                  <a:cubicBezTo>
                    <a:pt x="6577" y="20064"/>
                    <a:pt x="5677" y="18414"/>
                    <a:pt x="6260" y="17872"/>
                  </a:cubicBezTo>
                  <a:cubicBezTo>
                    <a:pt x="6708" y="17455"/>
                    <a:pt x="7793" y="15523"/>
                    <a:pt x="8270" y="14652"/>
                  </a:cubicBezTo>
                  <a:cubicBezTo>
                    <a:pt x="8637" y="14639"/>
                    <a:pt x="8998" y="14675"/>
                    <a:pt x="9321" y="14792"/>
                  </a:cubicBezTo>
                  <a:cubicBezTo>
                    <a:pt x="9847" y="14982"/>
                    <a:pt x="10656" y="15138"/>
                    <a:pt x="11496" y="15252"/>
                  </a:cubicBezTo>
                  <a:cubicBezTo>
                    <a:pt x="11488" y="16234"/>
                    <a:pt x="11453" y="17691"/>
                    <a:pt x="11301" y="18191"/>
                  </a:cubicBezTo>
                  <a:cubicBezTo>
                    <a:pt x="11109" y="18822"/>
                    <a:pt x="11195" y="19385"/>
                    <a:pt x="11258" y="19645"/>
                  </a:cubicBezTo>
                  <a:cubicBezTo>
                    <a:pt x="11286" y="19761"/>
                    <a:pt x="11288" y="19889"/>
                    <a:pt x="11269" y="20013"/>
                  </a:cubicBezTo>
                  <a:cubicBezTo>
                    <a:pt x="11196" y="20496"/>
                    <a:pt x="11103" y="21098"/>
                    <a:pt x="11731" y="21098"/>
                  </a:cubicBezTo>
                  <a:cubicBezTo>
                    <a:pt x="12473" y="21098"/>
                    <a:pt x="12708" y="20901"/>
                    <a:pt x="12658" y="20556"/>
                  </a:cubicBezTo>
                  <a:cubicBezTo>
                    <a:pt x="12633" y="20385"/>
                    <a:pt x="12523" y="20274"/>
                    <a:pt x="12420" y="20206"/>
                  </a:cubicBezTo>
                  <a:cubicBezTo>
                    <a:pt x="12293" y="20123"/>
                    <a:pt x="12222" y="19937"/>
                    <a:pt x="12240" y="19736"/>
                  </a:cubicBezTo>
                  <a:cubicBezTo>
                    <a:pt x="12321" y="18841"/>
                    <a:pt x="12681" y="16518"/>
                    <a:pt x="13897" y="15467"/>
                  </a:cubicBezTo>
                  <a:cubicBezTo>
                    <a:pt x="14344" y="15484"/>
                    <a:pt x="14683" y="15479"/>
                    <a:pt x="14825" y="15447"/>
                  </a:cubicBezTo>
                  <a:cubicBezTo>
                    <a:pt x="15379" y="15324"/>
                    <a:pt x="15445" y="18493"/>
                    <a:pt x="16393" y="19634"/>
                  </a:cubicBezTo>
                  <a:cubicBezTo>
                    <a:pt x="16668" y="19966"/>
                    <a:pt x="16514" y="20431"/>
                    <a:pt x="16890" y="20482"/>
                  </a:cubicBezTo>
                  <a:cubicBezTo>
                    <a:pt x="17104" y="20512"/>
                    <a:pt x="17062" y="20661"/>
                    <a:pt x="17163" y="20936"/>
                  </a:cubicBezTo>
                  <a:cubicBezTo>
                    <a:pt x="17263" y="21212"/>
                    <a:pt x="18480" y="21286"/>
                    <a:pt x="18637" y="20861"/>
                  </a:cubicBezTo>
                  <a:cubicBezTo>
                    <a:pt x="18761" y="20523"/>
                    <a:pt x="18621" y="20142"/>
                    <a:pt x="18216" y="19958"/>
                  </a:cubicBezTo>
                  <a:cubicBezTo>
                    <a:pt x="18029" y="19873"/>
                    <a:pt x="17868" y="19783"/>
                    <a:pt x="17794" y="19564"/>
                  </a:cubicBezTo>
                  <a:cubicBezTo>
                    <a:pt x="16585" y="15987"/>
                    <a:pt x="17497" y="13987"/>
                    <a:pt x="17250" y="11957"/>
                  </a:cubicBezTo>
                  <a:cubicBezTo>
                    <a:pt x="17167" y="11281"/>
                    <a:pt x="17359" y="10651"/>
                    <a:pt x="18706" y="9911"/>
                  </a:cubicBezTo>
                  <a:cubicBezTo>
                    <a:pt x="19449" y="10207"/>
                    <a:pt x="19850" y="9320"/>
                    <a:pt x="19941" y="8950"/>
                  </a:cubicBezTo>
                  <a:cubicBezTo>
                    <a:pt x="20054" y="8827"/>
                    <a:pt x="20217" y="8433"/>
                    <a:pt x="20150" y="8359"/>
                  </a:cubicBezTo>
                  <a:cubicBezTo>
                    <a:pt x="20032" y="8261"/>
                    <a:pt x="19466" y="7473"/>
                    <a:pt x="19189" y="6734"/>
                  </a:cubicBezTo>
                  <a:cubicBezTo>
                    <a:pt x="18963" y="6130"/>
                    <a:pt x="18852" y="6002"/>
                    <a:pt x="18527" y="5868"/>
                  </a:cubicBezTo>
                  <a:cubicBezTo>
                    <a:pt x="18395" y="5813"/>
                    <a:pt x="18318" y="5629"/>
                    <a:pt x="18348" y="5434"/>
                  </a:cubicBezTo>
                  <a:cubicBezTo>
                    <a:pt x="18420" y="4957"/>
                    <a:pt x="18367" y="4424"/>
                    <a:pt x="18261" y="4048"/>
                  </a:cubicBezTo>
                  <a:cubicBezTo>
                    <a:pt x="17779" y="4237"/>
                    <a:pt x="17415" y="5599"/>
                    <a:pt x="17183" y="5649"/>
                  </a:cubicBezTo>
                  <a:cubicBezTo>
                    <a:pt x="16951" y="5698"/>
                    <a:pt x="16075" y="6192"/>
                    <a:pt x="15593" y="6931"/>
                  </a:cubicBezTo>
                  <a:cubicBezTo>
                    <a:pt x="15111" y="7670"/>
                    <a:pt x="14224" y="7808"/>
                    <a:pt x="13559" y="7615"/>
                  </a:cubicBezTo>
                  <a:cubicBezTo>
                    <a:pt x="11996" y="7162"/>
                    <a:pt x="7512" y="6548"/>
                    <a:pt x="5238" y="7622"/>
                  </a:cubicBezTo>
                  <a:lnTo>
                    <a:pt x="5258" y="7595"/>
                  </a:lnTo>
                  <a:cubicBezTo>
                    <a:pt x="5258" y="7595"/>
                    <a:pt x="4375" y="8075"/>
                    <a:pt x="3389" y="7566"/>
                  </a:cubicBezTo>
                  <a:cubicBezTo>
                    <a:pt x="1795" y="6744"/>
                    <a:pt x="260" y="2309"/>
                    <a:pt x="1796" y="1397"/>
                  </a:cubicBezTo>
                  <a:cubicBezTo>
                    <a:pt x="2395" y="1042"/>
                    <a:pt x="2699" y="1962"/>
                    <a:pt x="3018" y="1304"/>
                  </a:cubicBezTo>
                  <a:cubicBezTo>
                    <a:pt x="3186" y="958"/>
                    <a:pt x="2761" y="-8"/>
                    <a:pt x="1787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9" name="Edificio tribunale"/>
            <p:cNvSpPr/>
            <p:nvPr/>
          </p:nvSpPr>
          <p:spPr>
            <a:xfrm>
              <a:off x="2165334" y="1926576"/>
              <a:ext cx="812801" cy="812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1158" y="3613"/>
                  </a:lnTo>
                  <a:lnTo>
                    <a:pt x="1158" y="4293"/>
                  </a:lnTo>
                  <a:lnTo>
                    <a:pt x="20444" y="4293"/>
                  </a:lnTo>
                  <a:lnTo>
                    <a:pt x="20444" y="3613"/>
                  </a:lnTo>
                  <a:lnTo>
                    <a:pt x="10800" y="0"/>
                  </a:lnTo>
                  <a:close/>
                  <a:moveTo>
                    <a:pt x="2354" y="4683"/>
                  </a:moveTo>
                  <a:lnTo>
                    <a:pt x="2354" y="6036"/>
                  </a:lnTo>
                  <a:lnTo>
                    <a:pt x="3269" y="6036"/>
                  </a:lnTo>
                  <a:lnTo>
                    <a:pt x="3269" y="6676"/>
                  </a:lnTo>
                  <a:cubicBezTo>
                    <a:pt x="3553" y="6676"/>
                    <a:pt x="3618" y="7023"/>
                    <a:pt x="3618" y="7023"/>
                  </a:cubicBezTo>
                  <a:lnTo>
                    <a:pt x="3618" y="15657"/>
                  </a:lnTo>
                  <a:lnTo>
                    <a:pt x="3346" y="15657"/>
                  </a:lnTo>
                  <a:lnTo>
                    <a:pt x="3346" y="16762"/>
                  </a:lnTo>
                  <a:lnTo>
                    <a:pt x="2354" y="16762"/>
                  </a:lnTo>
                  <a:lnTo>
                    <a:pt x="2354" y="18115"/>
                  </a:lnTo>
                  <a:lnTo>
                    <a:pt x="19246" y="18115"/>
                  </a:lnTo>
                  <a:lnTo>
                    <a:pt x="19246" y="16762"/>
                  </a:lnTo>
                  <a:lnTo>
                    <a:pt x="18254" y="16762"/>
                  </a:lnTo>
                  <a:lnTo>
                    <a:pt x="18254" y="15657"/>
                  </a:lnTo>
                  <a:lnTo>
                    <a:pt x="17984" y="15657"/>
                  </a:lnTo>
                  <a:lnTo>
                    <a:pt x="17984" y="7023"/>
                  </a:lnTo>
                  <a:cubicBezTo>
                    <a:pt x="17984" y="7023"/>
                    <a:pt x="18049" y="6676"/>
                    <a:pt x="18333" y="6676"/>
                  </a:cubicBezTo>
                  <a:lnTo>
                    <a:pt x="18333" y="6036"/>
                  </a:lnTo>
                  <a:lnTo>
                    <a:pt x="19246" y="6036"/>
                  </a:lnTo>
                  <a:lnTo>
                    <a:pt x="19246" y="4683"/>
                  </a:lnTo>
                  <a:lnTo>
                    <a:pt x="2354" y="4683"/>
                  </a:lnTo>
                  <a:close/>
                  <a:moveTo>
                    <a:pt x="5670" y="6036"/>
                  </a:moveTo>
                  <a:lnTo>
                    <a:pt x="7489" y="6036"/>
                  </a:lnTo>
                  <a:lnTo>
                    <a:pt x="7489" y="6676"/>
                  </a:lnTo>
                  <a:cubicBezTo>
                    <a:pt x="7773" y="6676"/>
                    <a:pt x="7838" y="7023"/>
                    <a:pt x="7838" y="7023"/>
                  </a:cubicBezTo>
                  <a:lnTo>
                    <a:pt x="7838" y="15657"/>
                  </a:lnTo>
                  <a:lnTo>
                    <a:pt x="7568" y="15657"/>
                  </a:lnTo>
                  <a:lnTo>
                    <a:pt x="7568" y="16762"/>
                  </a:lnTo>
                  <a:lnTo>
                    <a:pt x="5591" y="16762"/>
                  </a:lnTo>
                  <a:lnTo>
                    <a:pt x="5591" y="15657"/>
                  </a:lnTo>
                  <a:lnTo>
                    <a:pt x="5321" y="15657"/>
                  </a:lnTo>
                  <a:lnTo>
                    <a:pt x="5321" y="7023"/>
                  </a:lnTo>
                  <a:cubicBezTo>
                    <a:pt x="5321" y="7023"/>
                    <a:pt x="5386" y="6676"/>
                    <a:pt x="5670" y="6676"/>
                  </a:cubicBezTo>
                  <a:lnTo>
                    <a:pt x="5670" y="6036"/>
                  </a:lnTo>
                  <a:close/>
                  <a:moveTo>
                    <a:pt x="9890" y="6036"/>
                  </a:moveTo>
                  <a:lnTo>
                    <a:pt x="11710" y="6036"/>
                  </a:lnTo>
                  <a:lnTo>
                    <a:pt x="11710" y="6676"/>
                  </a:lnTo>
                  <a:cubicBezTo>
                    <a:pt x="11993" y="6676"/>
                    <a:pt x="12059" y="7023"/>
                    <a:pt x="12059" y="7023"/>
                  </a:cubicBezTo>
                  <a:lnTo>
                    <a:pt x="12059" y="15657"/>
                  </a:lnTo>
                  <a:lnTo>
                    <a:pt x="11789" y="15657"/>
                  </a:lnTo>
                  <a:lnTo>
                    <a:pt x="11789" y="16762"/>
                  </a:lnTo>
                  <a:lnTo>
                    <a:pt x="9813" y="16762"/>
                  </a:lnTo>
                  <a:lnTo>
                    <a:pt x="9813" y="15657"/>
                  </a:lnTo>
                  <a:lnTo>
                    <a:pt x="9541" y="15657"/>
                  </a:lnTo>
                  <a:lnTo>
                    <a:pt x="9541" y="7023"/>
                  </a:lnTo>
                  <a:cubicBezTo>
                    <a:pt x="9541" y="7023"/>
                    <a:pt x="9607" y="6676"/>
                    <a:pt x="9890" y="6676"/>
                  </a:cubicBezTo>
                  <a:lnTo>
                    <a:pt x="9890" y="6036"/>
                  </a:lnTo>
                  <a:close/>
                  <a:moveTo>
                    <a:pt x="14113" y="6036"/>
                  </a:moveTo>
                  <a:lnTo>
                    <a:pt x="15932" y="6036"/>
                  </a:lnTo>
                  <a:lnTo>
                    <a:pt x="15932" y="6676"/>
                  </a:lnTo>
                  <a:cubicBezTo>
                    <a:pt x="16216" y="6676"/>
                    <a:pt x="16281" y="7023"/>
                    <a:pt x="16281" y="7023"/>
                  </a:cubicBezTo>
                  <a:lnTo>
                    <a:pt x="16281" y="15657"/>
                  </a:lnTo>
                  <a:lnTo>
                    <a:pt x="16009" y="15657"/>
                  </a:lnTo>
                  <a:lnTo>
                    <a:pt x="16009" y="16762"/>
                  </a:lnTo>
                  <a:lnTo>
                    <a:pt x="14033" y="16762"/>
                  </a:lnTo>
                  <a:lnTo>
                    <a:pt x="14033" y="15657"/>
                  </a:lnTo>
                  <a:lnTo>
                    <a:pt x="13763" y="15657"/>
                  </a:lnTo>
                  <a:lnTo>
                    <a:pt x="13763" y="7023"/>
                  </a:lnTo>
                  <a:cubicBezTo>
                    <a:pt x="13763" y="7023"/>
                    <a:pt x="13829" y="6676"/>
                    <a:pt x="14113" y="6676"/>
                  </a:cubicBezTo>
                  <a:lnTo>
                    <a:pt x="14113" y="6036"/>
                  </a:lnTo>
                  <a:close/>
                  <a:moveTo>
                    <a:pt x="1158" y="18505"/>
                  </a:moveTo>
                  <a:lnTo>
                    <a:pt x="1158" y="19858"/>
                  </a:lnTo>
                  <a:lnTo>
                    <a:pt x="20444" y="19858"/>
                  </a:lnTo>
                  <a:lnTo>
                    <a:pt x="20444" y="18505"/>
                  </a:lnTo>
                  <a:lnTo>
                    <a:pt x="1158" y="18505"/>
                  </a:lnTo>
                  <a:close/>
                  <a:moveTo>
                    <a:pt x="0" y="2024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20247"/>
                  </a:lnTo>
                  <a:lnTo>
                    <a:pt x="0" y="20247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9" grpId="2"/>
      <p:bldP build="whole" bldLvl="1" animBg="1" rev="0" advAuto="0" spid="290" grpId="3"/>
      <p:bldP build="whole" bldLvl="1" animBg="1" rev="0" advAuto="0" spid="27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Numero diapositiva"/>
          <p:cNvSpPr txBox="1"/>
          <p:nvPr>
            <p:ph type="sldNum" sz="quarter" idx="4294967295"/>
          </p:nvPr>
        </p:nvSpPr>
        <p:spPr>
          <a:xfrm>
            <a:off x="386032" y="12800415"/>
            <a:ext cx="383642" cy="516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1919" tIns="121919" rIns="121919" bIns="121919" anchor="ctr"/>
          <a:lstStyle/>
          <a:p>
            <a:pPr/>
            <a:fld id="{86CB4B4D-7CA3-9044-876B-883B54F8677D}" type="slidenum"/>
          </a:p>
        </p:txBody>
      </p:sp>
      <p:pic>
        <p:nvPicPr>
          <p:cNvPr id="293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81%"/>
          <p:cNvSpPr txBox="1"/>
          <p:nvPr/>
        </p:nvSpPr>
        <p:spPr>
          <a:xfrm>
            <a:off x="2624928" y="4247829"/>
            <a:ext cx="6748557" cy="407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6100">
                <a:solidFill>
                  <a:srgbClr val="FA7902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81%</a:t>
            </a:r>
          </a:p>
        </p:txBody>
      </p:sp>
      <p:sp>
        <p:nvSpPr>
          <p:cNvPr id="295" name="235M"/>
          <p:cNvSpPr txBox="1"/>
          <p:nvPr/>
        </p:nvSpPr>
        <p:spPr>
          <a:xfrm>
            <a:off x="13353166" y="4247829"/>
            <a:ext cx="8405906" cy="407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6100">
                <a:solidFill>
                  <a:srgbClr val="E34856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235M</a:t>
            </a:r>
          </a:p>
        </p:txBody>
      </p:sp>
      <p:sp>
        <p:nvSpPr>
          <p:cNvPr id="296" name="Registered Users"/>
          <p:cNvSpPr txBox="1"/>
          <p:nvPr/>
        </p:nvSpPr>
        <p:spPr>
          <a:xfrm>
            <a:off x="3228046" y="8941516"/>
            <a:ext cx="57302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200"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Registered Users </a:t>
            </a:r>
          </a:p>
        </p:txBody>
      </p:sp>
      <p:sp>
        <p:nvSpPr>
          <p:cNvPr id="297" name="Posts"/>
          <p:cNvSpPr txBox="1"/>
          <p:nvPr/>
        </p:nvSpPr>
        <p:spPr>
          <a:xfrm>
            <a:off x="16693765" y="8941516"/>
            <a:ext cx="191266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200"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Posts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Screenshot 2024-04-08 alle 13.02.11.png" descr="Screenshot 2024-04-08 alle 13.02.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6585" y="508479"/>
            <a:ext cx="22801630" cy="126990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Screenshot 2024-04-08 alle 12.21.00.png" descr="Screenshot 2024-04-08 alle 12.21.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92938" y="584058"/>
            <a:ext cx="18798124" cy="130027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2CC6D2"/>
            </a:gs>
            <a:gs pos="100000">
              <a:srgbClr val="1F4C7C"/>
            </a:gs>
          </a:gsLst>
          <a:lin ang="18662108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reliminary Explor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 sz="10000"/>
            </a:lvl1pPr>
          </a:lstStyle>
          <a:p>
            <a:pPr/>
            <a:r>
              <a:t>Preliminary Exploration</a:t>
            </a:r>
          </a:p>
        </p:txBody>
      </p:sp>
      <p:pic>
        <p:nvPicPr>
          <p:cNvPr id="304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alphaModFix amt="52120"/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idk.png" descr="idk.png"/>
          <p:cNvPicPr>
            <a:picLocks noChangeAspect="1"/>
          </p:cNvPicPr>
          <p:nvPr/>
        </p:nvPicPr>
        <p:blipFill>
          <a:blip r:embed="rId3">
            <a:alphaModFix amt="79505"/>
            <a:extLst/>
          </a:blip>
          <a:stretch>
            <a:fillRect/>
          </a:stretch>
        </p:blipFill>
        <p:spPr>
          <a:xfrm>
            <a:off x="14829587" y="4583866"/>
            <a:ext cx="6064358" cy="4548268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431800" dist="635000" dir="5400000">
              <a:srgbClr val="000000">
                <a:alpha val="5588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Numero diapositiva"/>
          <p:cNvSpPr txBox="1"/>
          <p:nvPr>
            <p:ph type="sldNum" sz="quarter" idx="4294967295"/>
          </p:nvPr>
        </p:nvSpPr>
        <p:spPr>
          <a:xfrm>
            <a:off x="322481" y="12800415"/>
            <a:ext cx="510744" cy="516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1919" tIns="121919" rIns="121919" bIns="121919" anchor="ctr"/>
          <a:lstStyle/>
          <a:p>
            <a:pPr/>
            <a:fld id="{86CB4B4D-7CA3-9044-876B-883B54F8677D}" type="slidenum"/>
          </a:p>
        </p:txBody>
      </p:sp>
      <p:pic>
        <p:nvPicPr>
          <p:cNvPr id="308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Posting Activity I"/>
          <p:cNvSpPr txBox="1"/>
          <p:nvPr>
            <p:ph type="title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5C5C5C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Posting Activity I</a:t>
            </a:r>
          </a:p>
        </p:txBody>
      </p:sp>
      <p:pic>
        <p:nvPicPr>
          <p:cNvPr id="310" name="Screenshot 2024-04-15 alle 21.13.08.png" descr="Screenshot 2024-04-15 alle 21.13.08.png"/>
          <p:cNvPicPr>
            <a:picLocks noChangeAspect="1"/>
          </p:cNvPicPr>
          <p:nvPr/>
        </p:nvPicPr>
        <p:blipFill>
          <a:blip r:embed="rId3">
            <a:extLst/>
          </a:blip>
          <a:srcRect l="4166" t="49251" r="7074" b="2644"/>
          <a:stretch>
            <a:fillRect/>
          </a:stretch>
        </p:blipFill>
        <p:spPr>
          <a:xfrm>
            <a:off x="4767813" y="7958981"/>
            <a:ext cx="15126932" cy="60462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1" name="Screenshot 2024-04-15 alle 21.13.08.png" descr="Screenshot 2024-04-15 alle 21.13.08.png"/>
          <p:cNvPicPr>
            <a:picLocks noChangeAspect="1"/>
          </p:cNvPicPr>
          <p:nvPr/>
        </p:nvPicPr>
        <p:blipFill>
          <a:blip r:embed="rId3">
            <a:extLst/>
          </a:blip>
          <a:srcRect l="4004" t="0" r="6227" b="56421"/>
          <a:stretch>
            <a:fillRect/>
          </a:stretch>
        </p:blipFill>
        <p:spPr>
          <a:xfrm>
            <a:off x="4376935" y="2747787"/>
            <a:ext cx="15630083" cy="55959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Numero diapositiva"/>
          <p:cNvSpPr txBox="1"/>
          <p:nvPr>
            <p:ph type="sldNum" sz="quarter" idx="4294967295"/>
          </p:nvPr>
        </p:nvSpPr>
        <p:spPr>
          <a:xfrm>
            <a:off x="322481" y="12800415"/>
            <a:ext cx="510744" cy="516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1919" tIns="121919" rIns="121919" bIns="121919" anchor="ctr"/>
          <a:lstStyle/>
          <a:p>
            <a:pPr/>
            <a:fld id="{86CB4B4D-7CA3-9044-876B-883B54F8677D}" type="slidenum"/>
          </a:p>
        </p:txBody>
      </p:sp>
      <p:pic>
        <p:nvPicPr>
          <p:cNvPr id="314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Posting Activity II"/>
          <p:cNvSpPr txBox="1"/>
          <p:nvPr>
            <p:ph type="title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5C5C5C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Posting Activity II</a:t>
            </a:r>
          </a:p>
        </p:txBody>
      </p:sp>
      <p:pic>
        <p:nvPicPr>
          <p:cNvPr id="316" name="delta-days.png" descr="delta-day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50829" y="3310110"/>
            <a:ext cx="11482342" cy="86117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Numero diapositiva"/>
          <p:cNvSpPr txBox="1"/>
          <p:nvPr>
            <p:ph type="sldNum" sz="quarter" idx="4294967295"/>
          </p:nvPr>
        </p:nvSpPr>
        <p:spPr>
          <a:xfrm>
            <a:off x="322481" y="12800415"/>
            <a:ext cx="510744" cy="516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1919" tIns="121919" rIns="121919" bIns="121919" anchor="ctr"/>
          <a:lstStyle/>
          <a:p>
            <a:pPr/>
            <a:fld id="{86CB4B4D-7CA3-9044-876B-883B54F8677D}" type="slidenum"/>
          </a:p>
        </p:txBody>
      </p:sp>
      <p:pic>
        <p:nvPicPr>
          <p:cNvPr id="319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" name="filmato-incollato.png" descr="filmato-incollat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00784" y="4250649"/>
            <a:ext cx="10782432" cy="8251862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Instances"/>
          <p:cNvSpPr txBox="1"/>
          <p:nvPr>
            <p:ph type="title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5C5C5C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Instances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Numero diapositiva"/>
          <p:cNvSpPr txBox="1"/>
          <p:nvPr>
            <p:ph type="sldNum" sz="quarter" idx="4294967295"/>
          </p:nvPr>
        </p:nvSpPr>
        <p:spPr>
          <a:xfrm>
            <a:off x="322481" y="12800415"/>
            <a:ext cx="510744" cy="516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1919" tIns="121919" rIns="121919" bIns="121919" anchor="ctr"/>
          <a:lstStyle/>
          <a:p>
            <a:pPr/>
            <a:fld id="{86CB4B4D-7CA3-9044-876B-883B54F8677D}" type="slidenum"/>
          </a:p>
        </p:txBody>
      </p:sp>
      <p:pic>
        <p:nvPicPr>
          <p:cNvPr id="324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Languages"/>
          <p:cNvSpPr txBox="1"/>
          <p:nvPr>
            <p:ph type="title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5C5C5C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Languages</a:t>
            </a:r>
          </a:p>
        </p:txBody>
      </p:sp>
      <p:pic>
        <p:nvPicPr>
          <p:cNvPr id="326" name="langdist.png" descr="langdis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43883" y="3315492"/>
            <a:ext cx="13496234" cy="101221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Numero diapositiva"/>
          <p:cNvSpPr txBox="1"/>
          <p:nvPr>
            <p:ph type="sldNum" sz="quarter" idx="4294967295"/>
          </p:nvPr>
        </p:nvSpPr>
        <p:spPr>
          <a:xfrm>
            <a:off x="322481" y="12800415"/>
            <a:ext cx="510744" cy="516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1919" tIns="121919" rIns="121919" bIns="121919" anchor="ctr"/>
          <a:lstStyle/>
          <a:p>
            <a:pPr/>
            <a:fld id="{86CB4B4D-7CA3-9044-876B-883B54F8677D}" type="slidenum"/>
          </a:p>
        </p:txBody>
      </p:sp>
      <p:pic>
        <p:nvPicPr>
          <p:cNvPr id="329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Sentiment"/>
          <p:cNvSpPr txBox="1"/>
          <p:nvPr>
            <p:ph type="title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5C5C5C"/>
                </a:solidFill>
                <a:latin typeface="Roboto-Regular"/>
                <a:ea typeface="Roboto-Regular"/>
                <a:cs typeface="Roboto-Regular"/>
                <a:sym typeface="Roboto-Regular"/>
              </a:defRPr>
            </a:lvl1pPr>
          </a:lstStyle>
          <a:p>
            <a:pPr/>
            <a:r>
              <a:t>Sentiment</a:t>
            </a:r>
          </a:p>
        </p:txBody>
      </p:sp>
      <p:pic>
        <p:nvPicPr>
          <p:cNvPr id="331" name="sent_ratio.png" descr="sent_rati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53737" y="4424731"/>
            <a:ext cx="21076526" cy="79036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2CC6D2"/>
            </a:gs>
            <a:gs pos="100000">
              <a:srgbClr val="1F4C7C"/>
            </a:gs>
          </a:gsLst>
          <a:lin ang="18662108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hank you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you!</a:t>
            </a:r>
          </a:p>
        </p:txBody>
      </p:sp>
      <p:pic>
        <p:nvPicPr>
          <p:cNvPr id="334" name="sF72E5Y3NqW3U2HZaDfW5imakoo23DAGKIGleq_etzpkAATZRkPd25c6HYNlTsmeoG5DkXpKCauv2rEYNaWji4C76w762UnsJXanr1tlF5HWxRBHyn52gx3WQhfxX-KPBmUjF6OBvvhcFS-gcwVco2KZLw=s2048.png" descr="sF72E5Y3NqW3U2HZaDfW5imakoo23DAGKIGleq_etzpkAATZRkPd25c6HYNlTsmeoG5DkXpKCauv2rEYNaWji4C76w762UnsJXanr1tlF5HWxRBHyn52gx3WQhfxX-KPBmUjF6OBvvhcFS-gcwVco2KZLw=s2048.png"/>
          <p:cNvPicPr>
            <a:picLocks noChangeAspect="1"/>
          </p:cNvPicPr>
          <p:nvPr/>
        </p:nvPicPr>
        <p:blipFill>
          <a:blip r:embed="rId2">
            <a:alphaModFix amt="52120"/>
            <a:extLst/>
          </a:blip>
          <a:stretch>
            <a:fillRect/>
          </a:stretch>
        </p:blipFill>
        <p:spPr>
          <a:xfrm>
            <a:off x="12462661" y="-4272854"/>
            <a:ext cx="15124804" cy="79036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